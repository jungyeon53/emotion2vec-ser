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retendard Bold"/>
      <p:bold r:id="rId26"/>
    </p:embeddedFont>
    <p:embeddedFont>
      <p:font typeface="Pretendard Medium"/>
      <p:bold r:id="rId27"/>
    </p:embeddedFont>
    <p:embeddedFont>
      <p:font typeface="Pretendard Light"/>
      <p:regular r:id="rId28"/>
    </p:embeddedFont>
    <p:embeddedFont>
      <p:font typeface="Pretendard Regular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1.fntdata" Type="http://schemas.openxmlformats.org/officeDocument/2006/relationships/font"/><Relationship Id="rId27" Target="fonts/font2.fntdata" Type="http://schemas.openxmlformats.org/officeDocument/2006/relationships/font"/><Relationship Id="rId28" Target="fonts/font3.fntdata" Type="http://schemas.openxmlformats.org/officeDocument/2006/relationships/font"/><Relationship Id="rId29" Target="fonts/font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10.svg" Type="http://schemas.openxmlformats.org/officeDocument/2006/relationships/image"/><Relationship Id="rId12" Target="../media/image34.png" Type="http://schemas.openxmlformats.org/officeDocument/2006/relationships/image"/><Relationship Id="rId13" Target="../media/image12.svg" Type="http://schemas.openxmlformats.org/officeDocument/2006/relationships/image"/><Relationship Id="rId14" Target="../media/image35.png" Type="http://schemas.openxmlformats.org/officeDocument/2006/relationships/image"/><Relationship Id="rId15" Target="../media/image14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28.png" Type="http://schemas.openxmlformats.org/officeDocument/2006/relationships/image"/><Relationship Id="rId20" Target="../media/image40.png" Type="http://schemas.openxmlformats.org/officeDocument/2006/relationships/image"/><Relationship Id="rId21" Target="../media/image41.svg" Type="http://schemas.openxmlformats.org/officeDocument/2006/relationships/image"/><Relationship Id="rId22" Target="../media/image42.png" Type="http://schemas.openxmlformats.org/officeDocument/2006/relationships/image"/><Relationship Id="rId23" Target="../media/image43.png" Type="http://schemas.openxmlformats.org/officeDocument/2006/relationships/image"/><Relationship Id="rId24" Target="../media/image44.svg" Type="http://schemas.openxmlformats.org/officeDocument/2006/relationships/image"/><Relationship Id="rId25" Target="../media/image45.png" Type="http://schemas.openxmlformats.org/officeDocument/2006/relationships/image"/><Relationship Id="rId26" Target="../media/image46.svg" Type="http://schemas.openxmlformats.org/officeDocument/2006/relationships/image"/><Relationship Id="rId27" Target="../media/image47.png" Type="http://schemas.openxmlformats.org/officeDocument/2006/relationships/image"/><Relationship Id="rId28" Target="../media/image48.png" Type="http://schemas.openxmlformats.org/officeDocument/2006/relationships/image"/><Relationship Id="rId29" Target="../media/image25.png" Type="http://schemas.openxmlformats.org/officeDocument/2006/relationships/image"/><Relationship Id="rId3" Target="../media/image29.svg" Type="http://schemas.openxmlformats.org/officeDocument/2006/relationships/image"/><Relationship Id="rId30" Target="../media/image49.png" Type="http://schemas.openxmlformats.org/officeDocument/2006/relationships/image"/><Relationship Id="rId31" Target="../media/image50.png" Type="http://schemas.openxmlformats.org/officeDocument/2006/relationships/image"/><Relationship Id="rId32" Target="../media/image51.png" Type="http://schemas.openxmlformats.org/officeDocument/2006/relationships/image"/><Relationship Id="rId33" Target="../media/image52.png" Type="http://schemas.openxmlformats.org/officeDocument/2006/relationships/image"/><Relationship Id="rId34" Target="../media/image53.png" Type="http://schemas.openxmlformats.org/officeDocument/2006/relationships/image"/><Relationship Id="rId35" Target="../media/image54.png" Type="http://schemas.openxmlformats.org/officeDocument/2006/relationships/image"/><Relationship Id="rId36" Target="../media/image55.png" Type="http://schemas.openxmlformats.org/officeDocument/2006/relationships/image"/><Relationship Id="rId37" Target="../media/image56.png" Type="http://schemas.openxmlformats.org/officeDocument/2006/relationships/image"/><Relationship Id="rId38" Target="../media/image57.png" Type="http://schemas.openxmlformats.org/officeDocument/2006/relationships/image"/><Relationship Id="rId39" Target="../media/image58.png" Type="http://schemas.openxmlformats.org/officeDocument/2006/relationships/image"/><Relationship Id="rId4" Target="../media/image30.png" Type="http://schemas.openxmlformats.org/officeDocument/2006/relationships/image"/><Relationship Id="rId40" Target="../media/image59.png" Type="http://schemas.openxmlformats.org/officeDocument/2006/relationships/image"/><Relationship Id="rId41" Target="../media/image60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6.svg" Type="http://schemas.openxmlformats.org/officeDocument/2006/relationships/image"/><Relationship Id="rId8" Target="../media/image32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10.svg" Type="http://schemas.openxmlformats.org/officeDocument/2006/relationships/image"/><Relationship Id="rId12" Target="../media/image66.png" Type="http://schemas.openxmlformats.org/officeDocument/2006/relationships/image"/><Relationship Id="rId13" Target="../media/image12.svg" Type="http://schemas.openxmlformats.org/officeDocument/2006/relationships/image"/><Relationship Id="rId14" Target="../media/image67.png" Type="http://schemas.openxmlformats.org/officeDocument/2006/relationships/image"/><Relationship Id="rId15" Target="../media/image14.svg" Type="http://schemas.openxmlformats.org/officeDocument/2006/relationships/image"/><Relationship Id="rId16" Target="../media/image68.png" Type="http://schemas.openxmlformats.org/officeDocument/2006/relationships/image"/><Relationship Id="rId17" Target="../media/image37.svg" Type="http://schemas.openxmlformats.org/officeDocument/2006/relationships/image"/><Relationship Id="rId18" Target="../media/image69.png" Type="http://schemas.openxmlformats.org/officeDocument/2006/relationships/image"/><Relationship Id="rId19" Target="../media/image70.png" Type="http://schemas.openxmlformats.org/officeDocument/2006/relationships/image"/><Relationship Id="rId2" Target="../media/image61.png" Type="http://schemas.openxmlformats.org/officeDocument/2006/relationships/image"/><Relationship Id="rId20" Target="../media/image25.png" Type="http://schemas.openxmlformats.org/officeDocument/2006/relationships/image"/><Relationship Id="rId21" Target="../media/image71.png" Type="http://schemas.openxmlformats.org/officeDocument/2006/relationships/image"/><Relationship Id="rId22" Target="../media/image72.png" Type="http://schemas.openxmlformats.org/officeDocument/2006/relationships/image"/><Relationship Id="rId23" Target="../media/image73.png" Type="http://schemas.openxmlformats.org/officeDocument/2006/relationships/image"/><Relationship Id="rId3" Target="../media/image29.svg" Type="http://schemas.openxmlformats.org/officeDocument/2006/relationships/image"/><Relationship Id="rId4" Target="../media/image62.png" Type="http://schemas.openxmlformats.org/officeDocument/2006/relationships/image"/><Relationship Id="rId5" Target="../media/image4.svg" Type="http://schemas.openxmlformats.org/officeDocument/2006/relationships/image"/><Relationship Id="rId6" Target="../media/image63.png" Type="http://schemas.openxmlformats.org/officeDocument/2006/relationships/image"/><Relationship Id="rId7" Target="../media/image6.svg" Type="http://schemas.openxmlformats.org/officeDocument/2006/relationships/image"/><Relationship Id="rId8" Target="../media/image64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8.svg" Type="http://schemas.openxmlformats.org/officeDocument/2006/relationships/image"/><Relationship Id="rId12" Target="../media/image79.png" Type="http://schemas.openxmlformats.org/officeDocument/2006/relationships/image"/><Relationship Id="rId13" Target="../media/image10.svg" Type="http://schemas.openxmlformats.org/officeDocument/2006/relationships/image"/><Relationship Id="rId14" Target="../media/image80.png" Type="http://schemas.openxmlformats.org/officeDocument/2006/relationships/image"/><Relationship Id="rId15" Target="../media/image1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81.png" Type="http://schemas.openxmlformats.org/officeDocument/2006/relationships/image"/><Relationship Id="rId19" Target="../media/image82.png" Type="http://schemas.openxmlformats.org/officeDocument/2006/relationships/image"/><Relationship Id="rId2" Target="../media/image28.png" Type="http://schemas.openxmlformats.org/officeDocument/2006/relationships/image"/><Relationship Id="rId20" Target="../media/image83.svg" Type="http://schemas.openxmlformats.org/officeDocument/2006/relationships/image"/><Relationship Id="rId21" Target="../media/image84.png" Type="http://schemas.openxmlformats.org/officeDocument/2006/relationships/image"/><Relationship Id="rId22" Target="../media/image85.svg" Type="http://schemas.openxmlformats.org/officeDocument/2006/relationships/image"/><Relationship Id="rId23" Target="../media/image86.png" Type="http://schemas.openxmlformats.org/officeDocument/2006/relationships/image"/><Relationship Id="rId24" Target="../media/image87.svg" Type="http://schemas.openxmlformats.org/officeDocument/2006/relationships/image"/><Relationship Id="rId25" Target="../media/image88.png" Type="http://schemas.openxmlformats.org/officeDocument/2006/relationships/image"/><Relationship Id="rId26" Target="../media/image89.png" Type="http://schemas.openxmlformats.org/officeDocument/2006/relationships/image"/><Relationship Id="rId27" Target="../media/image90.png" Type="http://schemas.openxmlformats.org/officeDocument/2006/relationships/image"/><Relationship Id="rId28" Target="../media/image91.png" Type="http://schemas.openxmlformats.org/officeDocument/2006/relationships/image"/><Relationship Id="rId29" Target="../media/image92.png" Type="http://schemas.openxmlformats.org/officeDocument/2006/relationships/image"/><Relationship Id="rId3" Target="../media/image29.svg" Type="http://schemas.openxmlformats.org/officeDocument/2006/relationships/image"/><Relationship Id="rId30" Target="../media/image93.png" Type="http://schemas.openxmlformats.org/officeDocument/2006/relationships/image"/><Relationship Id="rId31" Target="../media/image94.png" Type="http://schemas.openxmlformats.org/officeDocument/2006/relationships/image"/><Relationship Id="rId32" Target="../media/image95.png" Type="http://schemas.openxmlformats.org/officeDocument/2006/relationships/image"/><Relationship Id="rId33" Target="../media/image96.png" Type="http://schemas.openxmlformats.org/officeDocument/2006/relationships/image"/><Relationship Id="rId34" Target="../media/image97.png" Type="http://schemas.openxmlformats.org/officeDocument/2006/relationships/image"/><Relationship Id="rId35" Target="../media/image98.png" Type="http://schemas.openxmlformats.org/officeDocument/2006/relationships/image"/><Relationship Id="rId36" Target="../media/image99.png" Type="http://schemas.openxmlformats.org/officeDocument/2006/relationships/image"/><Relationship Id="rId37" Target="../media/image100.png" Type="http://schemas.openxmlformats.org/officeDocument/2006/relationships/image"/><Relationship Id="rId38" Target="../media/image25.pn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4.svg" Type="http://schemas.openxmlformats.org/officeDocument/2006/relationships/image"/><Relationship Id="rId8" Target="../media/image77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.svg" Type="http://schemas.openxmlformats.org/officeDocument/2006/relationships/image"/><Relationship Id="rId12" Target="../media/image107.png" Type="http://schemas.openxmlformats.org/officeDocument/2006/relationships/image"/><Relationship Id="rId13" Target="../media/image12.svg" Type="http://schemas.openxmlformats.org/officeDocument/2006/relationships/image"/><Relationship Id="rId14" Target="../media/image67.png" Type="http://schemas.openxmlformats.org/officeDocument/2006/relationships/image"/><Relationship Id="rId15" Target="../media/image14.svg" Type="http://schemas.openxmlformats.org/officeDocument/2006/relationships/image"/><Relationship Id="rId16" Target="../media/image108.png" Type="http://schemas.openxmlformats.org/officeDocument/2006/relationships/image"/><Relationship Id="rId17" Target="../media/image109.svg" Type="http://schemas.openxmlformats.org/officeDocument/2006/relationships/image"/><Relationship Id="rId18" Target="../media/image110.png" Type="http://schemas.openxmlformats.org/officeDocument/2006/relationships/image"/><Relationship Id="rId19" Target="../media/image111.svg" Type="http://schemas.openxmlformats.org/officeDocument/2006/relationships/image"/><Relationship Id="rId2" Target="../media/image101.png" Type="http://schemas.openxmlformats.org/officeDocument/2006/relationships/image"/><Relationship Id="rId20" Target="../media/image112.svg" Type="http://schemas.openxmlformats.org/officeDocument/2006/relationships/image"/><Relationship Id="rId21" Target="../media/image113.png" Type="http://schemas.openxmlformats.org/officeDocument/2006/relationships/image"/><Relationship Id="rId22" Target="../media/image114.svg" Type="http://schemas.openxmlformats.org/officeDocument/2006/relationships/image"/><Relationship Id="rId23" Target="../media/image115.png" Type="http://schemas.openxmlformats.org/officeDocument/2006/relationships/image"/><Relationship Id="rId24" Target="../media/image116.svg" Type="http://schemas.openxmlformats.org/officeDocument/2006/relationships/image"/><Relationship Id="rId25" Target="../media/image117.png" Type="http://schemas.openxmlformats.org/officeDocument/2006/relationships/image"/><Relationship Id="rId26" Target="../media/image118.png" Type="http://schemas.openxmlformats.org/officeDocument/2006/relationships/image"/><Relationship Id="rId27" Target="../media/image119.png" Type="http://schemas.openxmlformats.org/officeDocument/2006/relationships/image"/><Relationship Id="rId28" Target="../media/image120.png" Type="http://schemas.openxmlformats.org/officeDocument/2006/relationships/image"/><Relationship Id="rId29" Target="../media/image121.png" Type="http://schemas.openxmlformats.org/officeDocument/2006/relationships/image"/><Relationship Id="rId3" Target="../media/image102.svg" Type="http://schemas.openxmlformats.org/officeDocument/2006/relationships/image"/><Relationship Id="rId30" Target="../media/image122.svg" Type="http://schemas.openxmlformats.org/officeDocument/2006/relationships/image"/><Relationship Id="rId31" Target="../media/image123.png" Type="http://schemas.openxmlformats.org/officeDocument/2006/relationships/image"/><Relationship Id="rId32" Target="../media/image124.svg" Type="http://schemas.openxmlformats.org/officeDocument/2006/relationships/image"/><Relationship Id="rId33" Target="../media/image125.png" Type="http://schemas.openxmlformats.org/officeDocument/2006/relationships/image"/><Relationship Id="rId34" Target="../media/image126.svg" Type="http://schemas.openxmlformats.org/officeDocument/2006/relationships/image"/><Relationship Id="rId35" Target="../media/image127.png" Type="http://schemas.openxmlformats.org/officeDocument/2006/relationships/image"/><Relationship Id="rId36" Target="../media/image128.png" Type="http://schemas.openxmlformats.org/officeDocument/2006/relationships/image"/><Relationship Id="rId37" Target="../media/image129.png" Type="http://schemas.openxmlformats.org/officeDocument/2006/relationships/image"/><Relationship Id="rId38" Target="../media/image130.png" Type="http://schemas.openxmlformats.org/officeDocument/2006/relationships/image"/><Relationship Id="rId39" Target="../media/image131.png" Type="http://schemas.openxmlformats.org/officeDocument/2006/relationships/image"/><Relationship Id="rId4" Target="../media/image103.png" Type="http://schemas.openxmlformats.org/officeDocument/2006/relationships/image"/><Relationship Id="rId40" Target="../media/image132.png" Type="http://schemas.openxmlformats.org/officeDocument/2006/relationships/image"/><Relationship Id="rId41" Target="../media/image133.png" Type="http://schemas.openxmlformats.org/officeDocument/2006/relationships/image"/><Relationship Id="rId42" Target="../media/image134.png" Type="http://schemas.openxmlformats.org/officeDocument/2006/relationships/image"/><Relationship Id="rId43" Target="../media/image135.png" Type="http://schemas.openxmlformats.org/officeDocument/2006/relationships/image"/><Relationship Id="rId44" Target="../media/image136.png" Type="http://schemas.openxmlformats.org/officeDocument/2006/relationships/image"/><Relationship Id="rId45" Target="../media/image137.svg" Type="http://schemas.openxmlformats.org/officeDocument/2006/relationships/image"/><Relationship Id="rId46" Target="../media/image138.png" Type="http://schemas.openxmlformats.org/officeDocument/2006/relationships/image"/><Relationship Id="rId5" Target="../media/image4.svg" Type="http://schemas.openxmlformats.org/officeDocument/2006/relationships/image"/><Relationship Id="rId6" Target="../media/image104.png" Type="http://schemas.openxmlformats.org/officeDocument/2006/relationships/image"/><Relationship Id="rId7" Target="../media/image6.svg" Type="http://schemas.openxmlformats.org/officeDocument/2006/relationships/image"/><Relationship Id="rId8" Target="../media/image105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8.svg" Type="http://schemas.openxmlformats.org/officeDocument/2006/relationships/image"/><Relationship Id="rId12" Target="../media/image149.png" Type="http://schemas.openxmlformats.org/officeDocument/2006/relationships/image"/><Relationship Id="rId13" Target="../media/image150.svg" Type="http://schemas.openxmlformats.org/officeDocument/2006/relationships/image"/><Relationship Id="rId14" Target="../media/image151.png" Type="http://schemas.openxmlformats.org/officeDocument/2006/relationships/image"/><Relationship Id="rId15" Target="../media/image152.png" Type="http://schemas.openxmlformats.org/officeDocument/2006/relationships/image"/><Relationship Id="rId16" Target="../media/image153.svg" Type="http://schemas.openxmlformats.org/officeDocument/2006/relationships/image"/><Relationship Id="rId17" Target="../media/image154.png" Type="http://schemas.openxmlformats.org/officeDocument/2006/relationships/image"/><Relationship Id="rId18" Target="../media/image155.png" Type="http://schemas.openxmlformats.org/officeDocument/2006/relationships/image"/><Relationship Id="rId19" Target="../media/image156.png" Type="http://schemas.openxmlformats.org/officeDocument/2006/relationships/image"/><Relationship Id="rId2" Target="../media/image139.png" Type="http://schemas.openxmlformats.org/officeDocument/2006/relationships/image"/><Relationship Id="rId20" Target="../media/image157.png" Type="http://schemas.openxmlformats.org/officeDocument/2006/relationships/image"/><Relationship Id="rId3" Target="../media/image140.svg" Type="http://schemas.openxmlformats.org/officeDocument/2006/relationships/image"/><Relationship Id="rId4" Target="../media/image141.png" Type="http://schemas.openxmlformats.org/officeDocument/2006/relationships/image"/><Relationship Id="rId5" Target="../media/image142.svg" Type="http://schemas.openxmlformats.org/officeDocument/2006/relationships/image"/><Relationship Id="rId6" Target="../media/image143.png" Type="http://schemas.openxmlformats.org/officeDocument/2006/relationships/image"/><Relationship Id="rId7" Target="../media/image144.svg" Type="http://schemas.openxmlformats.org/officeDocument/2006/relationships/image"/><Relationship Id="rId8" Target="../media/image145.png" Type="http://schemas.openxmlformats.org/officeDocument/2006/relationships/image"/><Relationship Id="rId9" Target="../media/image14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5.png" Type="http://schemas.openxmlformats.org/officeDocument/2006/relationships/image"/><Relationship Id="rId11" Target="../media/image166.svg" Type="http://schemas.openxmlformats.org/officeDocument/2006/relationships/image"/><Relationship Id="rId12" Target="../media/image167.png" Type="http://schemas.openxmlformats.org/officeDocument/2006/relationships/image"/><Relationship Id="rId13" Target="../media/image168.svg" Type="http://schemas.openxmlformats.org/officeDocument/2006/relationships/image"/><Relationship Id="rId14" Target="../media/image169.png" Type="http://schemas.openxmlformats.org/officeDocument/2006/relationships/image"/><Relationship Id="rId15" Target="../media/image4.svg" Type="http://schemas.openxmlformats.org/officeDocument/2006/relationships/image"/><Relationship Id="rId16" Target="../media/image170.png" Type="http://schemas.openxmlformats.org/officeDocument/2006/relationships/image"/><Relationship Id="rId17" Target="../media/image6.svg" Type="http://schemas.openxmlformats.org/officeDocument/2006/relationships/image"/><Relationship Id="rId18" Target="../media/image171.png" Type="http://schemas.openxmlformats.org/officeDocument/2006/relationships/image"/><Relationship Id="rId19" Target="../media/image8.svg" Type="http://schemas.openxmlformats.org/officeDocument/2006/relationships/image"/><Relationship Id="rId2" Target="../media/image158.png" Type="http://schemas.openxmlformats.org/officeDocument/2006/relationships/image"/><Relationship Id="rId20" Target="../media/image172.png" Type="http://schemas.openxmlformats.org/officeDocument/2006/relationships/image"/><Relationship Id="rId21" Target="../media/image10.svg" Type="http://schemas.openxmlformats.org/officeDocument/2006/relationships/image"/><Relationship Id="rId22" Target="../media/image173.png" Type="http://schemas.openxmlformats.org/officeDocument/2006/relationships/image"/><Relationship Id="rId23" Target="../media/image12.svg" Type="http://schemas.openxmlformats.org/officeDocument/2006/relationships/image"/><Relationship Id="rId24" Target="../media/image67.png" Type="http://schemas.openxmlformats.org/officeDocument/2006/relationships/image"/><Relationship Id="rId25" Target="../media/image14.svg" Type="http://schemas.openxmlformats.org/officeDocument/2006/relationships/image"/><Relationship Id="rId26" Target="../media/image174.png" Type="http://schemas.openxmlformats.org/officeDocument/2006/relationships/image"/><Relationship Id="rId27" Target="../media/image175.svg" Type="http://schemas.openxmlformats.org/officeDocument/2006/relationships/image"/><Relationship Id="rId28" Target="../media/image176.png" Type="http://schemas.openxmlformats.org/officeDocument/2006/relationships/image"/><Relationship Id="rId29" Target="../media/image177.svg" Type="http://schemas.openxmlformats.org/officeDocument/2006/relationships/image"/><Relationship Id="rId3" Target="../media/image29.svg" Type="http://schemas.openxmlformats.org/officeDocument/2006/relationships/image"/><Relationship Id="rId30" Target="../media/image178.png" Type="http://schemas.openxmlformats.org/officeDocument/2006/relationships/image"/><Relationship Id="rId31" Target="../media/image179.svg" Type="http://schemas.openxmlformats.org/officeDocument/2006/relationships/image"/><Relationship Id="rId32" Target="../media/image180.png" Type="http://schemas.openxmlformats.org/officeDocument/2006/relationships/image"/><Relationship Id="rId33" Target="../media/image181.svg" Type="http://schemas.openxmlformats.org/officeDocument/2006/relationships/image"/><Relationship Id="rId34" Target="../media/image182.png" Type="http://schemas.openxmlformats.org/officeDocument/2006/relationships/image"/><Relationship Id="rId35" Target="../media/image183.svg" Type="http://schemas.openxmlformats.org/officeDocument/2006/relationships/image"/><Relationship Id="rId36" Target="../media/image184.png" Type="http://schemas.openxmlformats.org/officeDocument/2006/relationships/image"/><Relationship Id="rId37" Target="../media/image185.svg" Type="http://schemas.openxmlformats.org/officeDocument/2006/relationships/image"/><Relationship Id="rId38" Target="../media/image186.png" Type="http://schemas.openxmlformats.org/officeDocument/2006/relationships/image"/><Relationship Id="rId39" Target="../media/image187.svg" Type="http://schemas.openxmlformats.org/officeDocument/2006/relationships/image"/><Relationship Id="rId4" Target="../media/image159.png" Type="http://schemas.openxmlformats.org/officeDocument/2006/relationships/image"/><Relationship Id="rId40" Target="../media/image188.png" Type="http://schemas.openxmlformats.org/officeDocument/2006/relationships/image"/><Relationship Id="rId41" Target="../media/image189.png" Type="http://schemas.openxmlformats.org/officeDocument/2006/relationships/image"/><Relationship Id="rId42" Target="../media/image190.png" Type="http://schemas.openxmlformats.org/officeDocument/2006/relationships/image"/><Relationship Id="rId43" Target="../media/image191.png" Type="http://schemas.openxmlformats.org/officeDocument/2006/relationships/image"/><Relationship Id="rId44" Target="../media/image192.png" Type="http://schemas.openxmlformats.org/officeDocument/2006/relationships/image"/><Relationship Id="rId45" Target="../media/image193.png" Type="http://schemas.openxmlformats.org/officeDocument/2006/relationships/image"/><Relationship Id="rId46" Target="../media/image194.png" Type="http://schemas.openxmlformats.org/officeDocument/2006/relationships/image"/><Relationship Id="rId47" Target="../media/image195.png" Type="http://schemas.openxmlformats.org/officeDocument/2006/relationships/image"/><Relationship Id="rId48" Target="../media/image196.png" Type="http://schemas.openxmlformats.org/officeDocument/2006/relationships/image"/><Relationship Id="rId49" Target="../media/image197.png" Type="http://schemas.openxmlformats.org/officeDocument/2006/relationships/image"/><Relationship Id="rId5" Target="../media/image160.svg" Type="http://schemas.openxmlformats.org/officeDocument/2006/relationships/image"/><Relationship Id="rId50" Target="../media/image198.png" Type="http://schemas.openxmlformats.org/officeDocument/2006/relationships/image"/><Relationship Id="rId51" Target="../media/image199.png" Type="http://schemas.openxmlformats.org/officeDocument/2006/relationships/image"/><Relationship Id="rId52" Target="../media/image200.png" Type="http://schemas.openxmlformats.org/officeDocument/2006/relationships/image"/><Relationship Id="rId53" Target="../media/image201.png" Type="http://schemas.openxmlformats.org/officeDocument/2006/relationships/image"/><Relationship Id="rId54" Target="../media/image202.png" Type="http://schemas.openxmlformats.org/officeDocument/2006/relationships/image"/><Relationship Id="rId55" Target="../media/image203.png" Type="http://schemas.openxmlformats.org/officeDocument/2006/relationships/image"/><Relationship Id="rId56" Target="../media/image204.png" Type="http://schemas.openxmlformats.org/officeDocument/2006/relationships/image"/><Relationship Id="rId57" Target="../media/image205.png" Type="http://schemas.openxmlformats.org/officeDocument/2006/relationships/image"/><Relationship Id="rId58" Target="../media/image25.png" Type="http://schemas.openxmlformats.org/officeDocument/2006/relationships/image"/><Relationship Id="rId6" Target="../media/image161.png" Type="http://schemas.openxmlformats.org/officeDocument/2006/relationships/image"/><Relationship Id="rId7" Target="../media/image162.svg" Type="http://schemas.openxmlformats.org/officeDocument/2006/relationships/image"/><Relationship Id="rId8" Target="../media/image163.png" Type="http://schemas.openxmlformats.org/officeDocument/2006/relationships/image"/><Relationship Id="rId9" Target="../media/image16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211.png" Type="http://schemas.openxmlformats.org/officeDocument/2006/relationships/image"/><Relationship Id="rId12" Target="../media/image10.svg" Type="http://schemas.openxmlformats.org/officeDocument/2006/relationships/image"/><Relationship Id="rId13" Target="../media/image212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213.png" Type="http://schemas.openxmlformats.org/officeDocument/2006/relationships/image"/><Relationship Id="rId18" Target="../media/image214.svg" Type="http://schemas.openxmlformats.org/officeDocument/2006/relationships/image"/><Relationship Id="rId19" Target="../media/image215.png" Type="http://schemas.openxmlformats.org/officeDocument/2006/relationships/image"/><Relationship Id="rId2" Target="../media/image206.png" Type="http://schemas.openxmlformats.org/officeDocument/2006/relationships/image"/><Relationship Id="rId20" Target="../media/image216.svg" Type="http://schemas.openxmlformats.org/officeDocument/2006/relationships/image"/><Relationship Id="rId21" Target="../media/image217.png" Type="http://schemas.openxmlformats.org/officeDocument/2006/relationships/image"/><Relationship Id="rId22" Target="../media/image218.svg" Type="http://schemas.openxmlformats.org/officeDocument/2006/relationships/image"/><Relationship Id="rId23" Target="../media/image219.png" Type="http://schemas.openxmlformats.org/officeDocument/2006/relationships/image"/><Relationship Id="rId24" Target="../media/image220.png" Type="http://schemas.openxmlformats.org/officeDocument/2006/relationships/image"/><Relationship Id="rId25" Target="../media/image221.svg" Type="http://schemas.openxmlformats.org/officeDocument/2006/relationships/image"/><Relationship Id="rId26" Target="../media/image222.png" Type="http://schemas.openxmlformats.org/officeDocument/2006/relationships/image"/><Relationship Id="rId27" Target="../media/image223.svg" Type="http://schemas.openxmlformats.org/officeDocument/2006/relationships/image"/><Relationship Id="rId28" Target="../media/image224.svg" Type="http://schemas.openxmlformats.org/officeDocument/2006/relationships/image"/><Relationship Id="rId29" Target="../media/image225.png" Type="http://schemas.openxmlformats.org/officeDocument/2006/relationships/image"/><Relationship Id="rId3" Target="../media/image29.svg" Type="http://schemas.openxmlformats.org/officeDocument/2006/relationships/image"/><Relationship Id="rId30" Target="../media/image226.svg" Type="http://schemas.openxmlformats.org/officeDocument/2006/relationships/image"/><Relationship Id="rId31" Target="../media/image227.svg" Type="http://schemas.openxmlformats.org/officeDocument/2006/relationships/image"/><Relationship Id="rId32" Target="../media/image228.png" Type="http://schemas.openxmlformats.org/officeDocument/2006/relationships/image"/><Relationship Id="rId33" Target="../media/image229.svg" Type="http://schemas.openxmlformats.org/officeDocument/2006/relationships/image"/><Relationship Id="rId34" Target="../media/image230.svg" Type="http://schemas.openxmlformats.org/officeDocument/2006/relationships/image"/><Relationship Id="rId35" Target="../media/image231.png" Type="http://schemas.openxmlformats.org/officeDocument/2006/relationships/image"/><Relationship Id="rId36" Target="../media/image232.svg" Type="http://schemas.openxmlformats.org/officeDocument/2006/relationships/image"/><Relationship Id="rId37" Target="../media/image233.png" Type="http://schemas.openxmlformats.org/officeDocument/2006/relationships/image"/><Relationship Id="rId38" Target="../media/image234.png" Type="http://schemas.openxmlformats.org/officeDocument/2006/relationships/image"/><Relationship Id="rId39" Target="../media/image235.png" Type="http://schemas.openxmlformats.org/officeDocument/2006/relationships/image"/><Relationship Id="rId4" Target="../media/image207.png" Type="http://schemas.openxmlformats.org/officeDocument/2006/relationships/image"/><Relationship Id="rId40" Target="../media/image236.png" Type="http://schemas.openxmlformats.org/officeDocument/2006/relationships/image"/><Relationship Id="rId41" Target="../media/image237.png" Type="http://schemas.openxmlformats.org/officeDocument/2006/relationships/image"/><Relationship Id="rId42" Target="../media/image238.png" Type="http://schemas.openxmlformats.org/officeDocument/2006/relationships/image"/><Relationship Id="rId43" Target="../media/image239.png" Type="http://schemas.openxmlformats.org/officeDocument/2006/relationships/image"/><Relationship Id="rId44" Target="../media/image240.png" Type="http://schemas.openxmlformats.org/officeDocument/2006/relationships/image"/><Relationship Id="rId45" Target="../media/image241.png" Type="http://schemas.openxmlformats.org/officeDocument/2006/relationships/image"/><Relationship Id="rId46" Target="../media/image25.png" Type="http://schemas.openxmlformats.org/officeDocument/2006/relationships/image"/><Relationship Id="rId5" Target="../media/image208.png" Type="http://schemas.openxmlformats.org/officeDocument/2006/relationships/image"/><Relationship Id="rId6" Target="../media/image4.svg" Type="http://schemas.openxmlformats.org/officeDocument/2006/relationships/image"/><Relationship Id="rId7" Target="../media/image209.png" Type="http://schemas.openxmlformats.org/officeDocument/2006/relationships/image"/><Relationship Id="rId8" Target="../media/image6.svg" Type="http://schemas.openxmlformats.org/officeDocument/2006/relationships/image"/><Relationship Id="rId9" Target="../media/image2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9.svg" Type="http://schemas.openxmlformats.org/officeDocument/2006/relationships/image"/><Relationship Id="rId11" Target="../media/image250.png" Type="http://schemas.openxmlformats.org/officeDocument/2006/relationships/image"/><Relationship Id="rId12" Target="../media/image251.svg" Type="http://schemas.openxmlformats.org/officeDocument/2006/relationships/image"/><Relationship Id="rId13" Target="../media/image252.png" Type="http://schemas.openxmlformats.org/officeDocument/2006/relationships/image"/><Relationship Id="rId14" Target="../media/image253.svg" Type="http://schemas.openxmlformats.org/officeDocument/2006/relationships/image"/><Relationship Id="rId15" Target="../media/image254.png" Type="http://schemas.openxmlformats.org/officeDocument/2006/relationships/image"/><Relationship Id="rId16" Target="../media/image4.svg" Type="http://schemas.openxmlformats.org/officeDocument/2006/relationships/image"/><Relationship Id="rId17" Target="../media/image255.png" Type="http://schemas.openxmlformats.org/officeDocument/2006/relationships/image"/><Relationship Id="rId18" Target="../media/image6.svg" Type="http://schemas.openxmlformats.org/officeDocument/2006/relationships/image"/><Relationship Id="rId19" Target="../media/image7.png" Type="http://schemas.openxmlformats.org/officeDocument/2006/relationships/image"/><Relationship Id="rId2" Target="../media/image242.png" Type="http://schemas.openxmlformats.org/officeDocument/2006/relationships/image"/><Relationship Id="rId20" Target="../media/image8.svg" Type="http://schemas.openxmlformats.org/officeDocument/2006/relationships/image"/><Relationship Id="rId21" Target="../media/image256.png" Type="http://schemas.openxmlformats.org/officeDocument/2006/relationships/image"/><Relationship Id="rId22" Target="../media/image10.svg" Type="http://schemas.openxmlformats.org/officeDocument/2006/relationships/image"/><Relationship Id="rId23" Target="../media/image257.png" Type="http://schemas.openxmlformats.org/officeDocument/2006/relationships/image"/><Relationship Id="rId24" Target="../media/image12.svg" Type="http://schemas.openxmlformats.org/officeDocument/2006/relationships/image"/><Relationship Id="rId25" Target="../media/image67.png" Type="http://schemas.openxmlformats.org/officeDocument/2006/relationships/image"/><Relationship Id="rId26" Target="../media/image14.svg" Type="http://schemas.openxmlformats.org/officeDocument/2006/relationships/image"/><Relationship Id="rId27" Target="../media/image258.png" Type="http://schemas.openxmlformats.org/officeDocument/2006/relationships/image"/><Relationship Id="rId28" Target="../media/image259.svg" Type="http://schemas.openxmlformats.org/officeDocument/2006/relationships/image"/><Relationship Id="rId29" Target="../media/image260.png" Type="http://schemas.openxmlformats.org/officeDocument/2006/relationships/image"/><Relationship Id="rId3" Target="../media/image102.svg" Type="http://schemas.openxmlformats.org/officeDocument/2006/relationships/image"/><Relationship Id="rId30" Target="../media/image261.svg" Type="http://schemas.openxmlformats.org/officeDocument/2006/relationships/image"/><Relationship Id="rId31" Target="../media/image262.png" Type="http://schemas.openxmlformats.org/officeDocument/2006/relationships/image"/><Relationship Id="rId32" Target="../media/image263.svg" Type="http://schemas.openxmlformats.org/officeDocument/2006/relationships/image"/><Relationship Id="rId33" Target="../media/image264.png" Type="http://schemas.openxmlformats.org/officeDocument/2006/relationships/image"/><Relationship Id="rId34" Target="../media/image265.svg" Type="http://schemas.openxmlformats.org/officeDocument/2006/relationships/image"/><Relationship Id="rId35" Target="../media/image266.png" Type="http://schemas.openxmlformats.org/officeDocument/2006/relationships/image"/><Relationship Id="rId36" Target="../media/image267.svg" Type="http://schemas.openxmlformats.org/officeDocument/2006/relationships/image"/><Relationship Id="rId37" Target="../media/image268.png" Type="http://schemas.openxmlformats.org/officeDocument/2006/relationships/image"/><Relationship Id="rId38" Target="../media/image269.svg" Type="http://schemas.openxmlformats.org/officeDocument/2006/relationships/image"/><Relationship Id="rId39" Target="../media/image270.png" Type="http://schemas.openxmlformats.org/officeDocument/2006/relationships/image"/><Relationship Id="rId4" Target="../media/image243.png" Type="http://schemas.openxmlformats.org/officeDocument/2006/relationships/image"/><Relationship Id="rId40" Target="../media/image271.png" Type="http://schemas.openxmlformats.org/officeDocument/2006/relationships/image"/><Relationship Id="rId41" Target="../media/image272.png" Type="http://schemas.openxmlformats.org/officeDocument/2006/relationships/image"/><Relationship Id="rId42" Target="../media/image273.png" Type="http://schemas.openxmlformats.org/officeDocument/2006/relationships/image"/><Relationship Id="rId43" Target="../media/image274.png" Type="http://schemas.openxmlformats.org/officeDocument/2006/relationships/image"/><Relationship Id="rId44" Target="../media/image275.png" Type="http://schemas.openxmlformats.org/officeDocument/2006/relationships/image"/><Relationship Id="rId45" Target="../media/image276.png" Type="http://schemas.openxmlformats.org/officeDocument/2006/relationships/image"/><Relationship Id="rId46" Target="../media/image277.png" Type="http://schemas.openxmlformats.org/officeDocument/2006/relationships/image"/><Relationship Id="rId47" Target="../media/image278.png" Type="http://schemas.openxmlformats.org/officeDocument/2006/relationships/image"/><Relationship Id="rId48" Target="../media/image279.png" Type="http://schemas.openxmlformats.org/officeDocument/2006/relationships/image"/><Relationship Id="rId49" Target="../media/image25.png" Type="http://schemas.openxmlformats.org/officeDocument/2006/relationships/image"/><Relationship Id="rId5" Target="../media/image244.svg" Type="http://schemas.openxmlformats.org/officeDocument/2006/relationships/image"/><Relationship Id="rId6" Target="../media/image245.svg" Type="http://schemas.openxmlformats.org/officeDocument/2006/relationships/image"/><Relationship Id="rId7" Target="../media/image246.png" Type="http://schemas.openxmlformats.org/officeDocument/2006/relationships/image"/><Relationship Id="rId8" Target="../media/image247.svg" Type="http://schemas.openxmlformats.org/officeDocument/2006/relationships/image"/><Relationship Id="rId9" Target="../media/image24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31.png" Type="http://schemas.openxmlformats.org/officeDocument/2006/relationships/image"/><Relationship Id="rId12" Target="../media/image6.svg" Type="http://schemas.openxmlformats.org/officeDocument/2006/relationships/image"/><Relationship Id="rId13" Target="../media/image287.png" Type="http://schemas.openxmlformats.org/officeDocument/2006/relationships/image"/><Relationship Id="rId14" Target="../media/image8.svg" Type="http://schemas.openxmlformats.org/officeDocument/2006/relationships/image"/><Relationship Id="rId15" Target="../media/image288.png" Type="http://schemas.openxmlformats.org/officeDocument/2006/relationships/image"/><Relationship Id="rId16" Target="../media/image10.svg" Type="http://schemas.openxmlformats.org/officeDocument/2006/relationships/image"/><Relationship Id="rId17" Target="../media/image289.png" Type="http://schemas.openxmlformats.org/officeDocument/2006/relationships/image"/><Relationship Id="rId18" Target="../media/image12.svg" Type="http://schemas.openxmlformats.org/officeDocument/2006/relationships/image"/><Relationship Id="rId19" Target="../media/image67.png" Type="http://schemas.openxmlformats.org/officeDocument/2006/relationships/image"/><Relationship Id="rId2" Target="../media/image280.png" Type="http://schemas.openxmlformats.org/officeDocument/2006/relationships/image"/><Relationship Id="rId20" Target="../media/image14.svg" Type="http://schemas.openxmlformats.org/officeDocument/2006/relationships/image"/><Relationship Id="rId21" Target="../media/image290.png" Type="http://schemas.openxmlformats.org/officeDocument/2006/relationships/image"/><Relationship Id="rId22" Target="../media/image291.png" Type="http://schemas.openxmlformats.org/officeDocument/2006/relationships/image"/><Relationship Id="rId23" Target="../media/image292.svg" Type="http://schemas.openxmlformats.org/officeDocument/2006/relationships/image"/><Relationship Id="rId24" Target="../media/image293.png" Type="http://schemas.openxmlformats.org/officeDocument/2006/relationships/image"/><Relationship Id="rId25" Target="../media/image294.svg" Type="http://schemas.openxmlformats.org/officeDocument/2006/relationships/image"/><Relationship Id="rId26" Target="../media/image295.png" Type="http://schemas.openxmlformats.org/officeDocument/2006/relationships/image"/><Relationship Id="rId27" Target="../media/image296.svg" Type="http://schemas.openxmlformats.org/officeDocument/2006/relationships/image"/><Relationship Id="rId28" Target="../media/image297.png" Type="http://schemas.openxmlformats.org/officeDocument/2006/relationships/image"/><Relationship Id="rId29" Target="../media/image298.svg" Type="http://schemas.openxmlformats.org/officeDocument/2006/relationships/image"/><Relationship Id="rId3" Target="../media/image281.svg" Type="http://schemas.openxmlformats.org/officeDocument/2006/relationships/image"/><Relationship Id="rId30" Target="../media/image299.png" Type="http://schemas.openxmlformats.org/officeDocument/2006/relationships/image"/><Relationship Id="rId31" Target="../media/image300.png" Type="http://schemas.openxmlformats.org/officeDocument/2006/relationships/image"/><Relationship Id="rId32" Target="../media/image301.svg" Type="http://schemas.openxmlformats.org/officeDocument/2006/relationships/image"/><Relationship Id="rId33" Target="../media/image302.png" Type="http://schemas.openxmlformats.org/officeDocument/2006/relationships/image"/><Relationship Id="rId34" Target="../media/image303.png" Type="http://schemas.openxmlformats.org/officeDocument/2006/relationships/image"/><Relationship Id="rId35" Target="../media/image304.png" Type="http://schemas.openxmlformats.org/officeDocument/2006/relationships/image"/><Relationship Id="rId36" Target="../media/image305.png" Type="http://schemas.openxmlformats.org/officeDocument/2006/relationships/image"/><Relationship Id="rId37" Target="../media/image306.png" Type="http://schemas.openxmlformats.org/officeDocument/2006/relationships/image"/><Relationship Id="rId38" Target="../media/image307.png" Type="http://schemas.openxmlformats.org/officeDocument/2006/relationships/image"/><Relationship Id="rId39" Target="../media/image308.png" Type="http://schemas.openxmlformats.org/officeDocument/2006/relationships/image"/><Relationship Id="rId4" Target="../media/image282.png" Type="http://schemas.openxmlformats.org/officeDocument/2006/relationships/image"/><Relationship Id="rId40" Target="../media/image309.png" Type="http://schemas.openxmlformats.org/officeDocument/2006/relationships/image"/><Relationship Id="rId41" Target="../media/image25.png" Type="http://schemas.openxmlformats.org/officeDocument/2006/relationships/image"/><Relationship Id="rId42" Target="../media/image310.png" Type="http://schemas.openxmlformats.org/officeDocument/2006/relationships/image"/><Relationship Id="rId43" Target="../media/image311.svg" Type="http://schemas.openxmlformats.org/officeDocument/2006/relationships/image"/><Relationship Id="rId44" Target="../media/image312.png" Type="http://schemas.openxmlformats.org/officeDocument/2006/relationships/image"/><Relationship Id="rId5" Target="../media/image283.svg" Type="http://schemas.openxmlformats.org/officeDocument/2006/relationships/image"/><Relationship Id="rId6" Target="../media/image284.png" Type="http://schemas.openxmlformats.org/officeDocument/2006/relationships/image"/><Relationship Id="rId7" Target="../media/image285.png" Type="http://schemas.openxmlformats.org/officeDocument/2006/relationships/image"/><Relationship Id="rId8" Target="../media/image286.svg" Type="http://schemas.openxmlformats.org/officeDocument/2006/relationships/image"/><Relationship Id="rId9" Target="../media/image16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7.png" Type="http://schemas.openxmlformats.org/officeDocument/2006/relationships/image"/><Relationship Id="rId11" Target="../media/image10.svg" Type="http://schemas.openxmlformats.org/officeDocument/2006/relationships/image"/><Relationship Id="rId12" Target="../media/image318.png" Type="http://schemas.openxmlformats.org/officeDocument/2006/relationships/image"/><Relationship Id="rId13" Target="../media/image12.svg" Type="http://schemas.openxmlformats.org/officeDocument/2006/relationships/image"/><Relationship Id="rId14" Target="../media/image67.png" Type="http://schemas.openxmlformats.org/officeDocument/2006/relationships/image"/><Relationship Id="rId15" Target="../media/image14.svg" Type="http://schemas.openxmlformats.org/officeDocument/2006/relationships/image"/><Relationship Id="rId16" Target="../media/image319.png" Type="http://schemas.openxmlformats.org/officeDocument/2006/relationships/image"/><Relationship Id="rId17" Target="../media/image320.svg" Type="http://schemas.openxmlformats.org/officeDocument/2006/relationships/image"/><Relationship Id="rId18" Target="../media/image321.png" Type="http://schemas.openxmlformats.org/officeDocument/2006/relationships/image"/><Relationship Id="rId19" Target="../media/image25.png" Type="http://schemas.openxmlformats.org/officeDocument/2006/relationships/image"/><Relationship Id="rId2" Target="../media/image313.png" Type="http://schemas.openxmlformats.org/officeDocument/2006/relationships/image"/><Relationship Id="rId20" Target="../media/image322.png" Type="http://schemas.openxmlformats.org/officeDocument/2006/relationships/image"/><Relationship Id="rId21" Target="../media/image323.png" Type="http://schemas.openxmlformats.org/officeDocument/2006/relationships/image"/><Relationship Id="rId22" Target="../media/image324.png" Type="http://schemas.openxmlformats.org/officeDocument/2006/relationships/image"/><Relationship Id="rId23" Target="../media/image325.png" Type="http://schemas.openxmlformats.org/officeDocument/2006/relationships/image"/><Relationship Id="rId3" Target="../media/image102.svg" Type="http://schemas.openxmlformats.org/officeDocument/2006/relationships/image"/><Relationship Id="rId4" Target="../media/image314.png" Type="http://schemas.openxmlformats.org/officeDocument/2006/relationships/image"/><Relationship Id="rId5" Target="../media/image4.svg" Type="http://schemas.openxmlformats.org/officeDocument/2006/relationships/image"/><Relationship Id="rId6" Target="../media/image315.png" Type="http://schemas.openxmlformats.org/officeDocument/2006/relationships/image"/><Relationship Id="rId7" Target="../media/image6.svg" Type="http://schemas.openxmlformats.org/officeDocument/2006/relationships/image"/><Relationship Id="rId8" Target="../media/image316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0.png" Type="http://schemas.openxmlformats.org/officeDocument/2006/relationships/image"/><Relationship Id="rId11" Target="../media/image8.svg" Type="http://schemas.openxmlformats.org/officeDocument/2006/relationships/image"/><Relationship Id="rId12" Target="../media/image331.png" Type="http://schemas.openxmlformats.org/officeDocument/2006/relationships/image"/><Relationship Id="rId13" Target="../media/image10.svg" Type="http://schemas.openxmlformats.org/officeDocument/2006/relationships/image"/><Relationship Id="rId14" Target="../media/image332.png" Type="http://schemas.openxmlformats.org/officeDocument/2006/relationships/image"/><Relationship Id="rId15" Target="../media/image12.svg" Type="http://schemas.openxmlformats.org/officeDocument/2006/relationships/image"/><Relationship Id="rId16" Target="../media/image333.png" Type="http://schemas.openxmlformats.org/officeDocument/2006/relationships/image"/><Relationship Id="rId17" Target="../media/image14.svg" Type="http://schemas.openxmlformats.org/officeDocument/2006/relationships/image"/><Relationship Id="rId18" Target="../media/image334.png" Type="http://schemas.openxmlformats.org/officeDocument/2006/relationships/image"/><Relationship Id="rId19" Target="../media/image335.svg" Type="http://schemas.openxmlformats.org/officeDocument/2006/relationships/image"/><Relationship Id="rId2" Target="../media/image326.png" Type="http://schemas.openxmlformats.org/officeDocument/2006/relationships/image"/><Relationship Id="rId20" Target="../media/image316.png" Type="http://schemas.openxmlformats.org/officeDocument/2006/relationships/image"/><Relationship Id="rId21" Target="../media/image146.svg" Type="http://schemas.openxmlformats.org/officeDocument/2006/relationships/image"/><Relationship Id="rId22" Target="../media/image172.png" Type="http://schemas.openxmlformats.org/officeDocument/2006/relationships/image"/><Relationship Id="rId23" Target="../media/image148.svg" Type="http://schemas.openxmlformats.org/officeDocument/2006/relationships/image"/><Relationship Id="rId24" Target="../media/image336.png" Type="http://schemas.openxmlformats.org/officeDocument/2006/relationships/image"/><Relationship Id="rId25" Target="../media/image150.svg" Type="http://schemas.openxmlformats.org/officeDocument/2006/relationships/image"/><Relationship Id="rId26" Target="../media/image337.png" Type="http://schemas.openxmlformats.org/officeDocument/2006/relationships/image"/><Relationship Id="rId27" Target="../media/image338.svg" Type="http://schemas.openxmlformats.org/officeDocument/2006/relationships/image"/><Relationship Id="rId28" Target="../media/image25.png" Type="http://schemas.openxmlformats.org/officeDocument/2006/relationships/image"/><Relationship Id="rId29" Target="../media/image339.png" Type="http://schemas.openxmlformats.org/officeDocument/2006/relationships/image"/><Relationship Id="rId3" Target="../media/image327.svg" Type="http://schemas.openxmlformats.org/officeDocument/2006/relationships/image"/><Relationship Id="rId4" Target="../media/image61.png" Type="http://schemas.openxmlformats.org/officeDocument/2006/relationships/image"/><Relationship Id="rId5" Target="../media/image29.svg" Type="http://schemas.openxmlformats.org/officeDocument/2006/relationships/image"/><Relationship Id="rId6" Target="../media/image328.png" Type="http://schemas.openxmlformats.org/officeDocument/2006/relationships/image"/><Relationship Id="rId7" Target="../media/image4.svg" Type="http://schemas.openxmlformats.org/officeDocument/2006/relationships/image"/><Relationship Id="rId8" Target="../media/image329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7.svg" Type="http://schemas.openxmlformats.org/officeDocument/2006/relationships/image"/><Relationship Id="rId11" Target="../media/image348.png" Type="http://schemas.openxmlformats.org/officeDocument/2006/relationships/image"/><Relationship Id="rId12" Target="../media/image349.svg" Type="http://schemas.openxmlformats.org/officeDocument/2006/relationships/image"/><Relationship Id="rId13" Target="../media/image350.png" Type="http://schemas.openxmlformats.org/officeDocument/2006/relationships/image"/><Relationship Id="rId14" Target="../media/image4.svg" Type="http://schemas.openxmlformats.org/officeDocument/2006/relationships/image"/><Relationship Id="rId15" Target="../media/image351.png" Type="http://schemas.openxmlformats.org/officeDocument/2006/relationships/image"/><Relationship Id="rId16" Target="../media/image6.svg" Type="http://schemas.openxmlformats.org/officeDocument/2006/relationships/image"/><Relationship Id="rId17" Target="../media/image7.png" Type="http://schemas.openxmlformats.org/officeDocument/2006/relationships/image"/><Relationship Id="rId18" Target="../media/image8.svg" Type="http://schemas.openxmlformats.org/officeDocument/2006/relationships/image"/><Relationship Id="rId19" Target="../media/image9.png" Type="http://schemas.openxmlformats.org/officeDocument/2006/relationships/image"/><Relationship Id="rId2" Target="../media/image340.png" Type="http://schemas.openxmlformats.org/officeDocument/2006/relationships/image"/><Relationship Id="rId20" Target="../media/image10.svg" Type="http://schemas.openxmlformats.org/officeDocument/2006/relationships/image"/><Relationship Id="rId21" Target="../media/image352.png" Type="http://schemas.openxmlformats.org/officeDocument/2006/relationships/image"/><Relationship Id="rId22" Target="../media/image12.svg" Type="http://schemas.openxmlformats.org/officeDocument/2006/relationships/image"/><Relationship Id="rId23" Target="../media/image13.png" Type="http://schemas.openxmlformats.org/officeDocument/2006/relationships/image"/><Relationship Id="rId24" Target="../media/image14.svg" Type="http://schemas.openxmlformats.org/officeDocument/2006/relationships/image"/><Relationship Id="rId25" Target="../media/image353.png" Type="http://schemas.openxmlformats.org/officeDocument/2006/relationships/image"/><Relationship Id="rId26" Target="../media/image354.svg" Type="http://schemas.openxmlformats.org/officeDocument/2006/relationships/image"/><Relationship Id="rId27" Target="../media/image25.png" Type="http://schemas.openxmlformats.org/officeDocument/2006/relationships/image"/><Relationship Id="rId28" Target="../media/image355.png" Type="http://schemas.openxmlformats.org/officeDocument/2006/relationships/image"/><Relationship Id="rId29" Target="../media/image356.png" Type="http://schemas.openxmlformats.org/officeDocument/2006/relationships/image"/><Relationship Id="rId3" Target="../media/image29.svg" Type="http://schemas.openxmlformats.org/officeDocument/2006/relationships/image"/><Relationship Id="rId30" Target="../media/image357.png" Type="http://schemas.openxmlformats.org/officeDocument/2006/relationships/image"/><Relationship Id="rId31" Target="../media/image358.png" Type="http://schemas.openxmlformats.org/officeDocument/2006/relationships/image"/><Relationship Id="rId32" Target="../media/image359.png" Type="http://schemas.openxmlformats.org/officeDocument/2006/relationships/image"/><Relationship Id="rId33" Target="../media/image360.png" Type="http://schemas.openxmlformats.org/officeDocument/2006/relationships/image"/><Relationship Id="rId34" Target="../media/image361.png" Type="http://schemas.openxmlformats.org/officeDocument/2006/relationships/image"/><Relationship Id="rId4" Target="../media/image341.png" Type="http://schemas.openxmlformats.org/officeDocument/2006/relationships/image"/><Relationship Id="rId5" Target="../media/image342.png" Type="http://schemas.openxmlformats.org/officeDocument/2006/relationships/image"/><Relationship Id="rId6" Target="../media/image343.svg" Type="http://schemas.openxmlformats.org/officeDocument/2006/relationships/image"/><Relationship Id="rId7" Target="../media/image344.png" Type="http://schemas.openxmlformats.org/officeDocument/2006/relationships/image"/><Relationship Id="rId8" Target="../media/image345.svg" Type="http://schemas.openxmlformats.org/officeDocument/2006/relationships/image"/><Relationship Id="rId9" Target="../media/image34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0.svg" Type="http://schemas.openxmlformats.org/officeDocument/2006/relationships/image"/><Relationship Id="rId11" Target="../media/image371.png" Type="http://schemas.openxmlformats.org/officeDocument/2006/relationships/image"/><Relationship Id="rId12" Target="../media/image372.svg" Type="http://schemas.openxmlformats.org/officeDocument/2006/relationships/image"/><Relationship Id="rId13" Target="../media/image373.png" Type="http://schemas.openxmlformats.org/officeDocument/2006/relationships/image"/><Relationship Id="rId14" Target="../media/image374.svg" Type="http://schemas.openxmlformats.org/officeDocument/2006/relationships/image"/><Relationship Id="rId15" Target="../media/image375.png" Type="http://schemas.openxmlformats.org/officeDocument/2006/relationships/image"/><Relationship Id="rId16" Target="../media/image376.png" Type="http://schemas.openxmlformats.org/officeDocument/2006/relationships/image"/><Relationship Id="rId17" Target="../media/image377.svg" Type="http://schemas.openxmlformats.org/officeDocument/2006/relationships/image"/><Relationship Id="rId18" Target="../media/image378.png" Type="http://schemas.openxmlformats.org/officeDocument/2006/relationships/image"/><Relationship Id="rId19" Target="../media/image4.svg" Type="http://schemas.openxmlformats.org/officeDocument/2006/relationships/image"/><Relationship Id="rId2" Target="../media/image362.png" Type="http://schemas.openxmlformats.org/officeDocument/2006/relationships/image"/><Relationship Id="rId20" Target="../media/image379.png" Type="http://schemas.openxmlformats.org/officeDocument/2006/relationships/image"/><Relationship Id="rId21" Target="../media/image6.svg" Type="http://schemas.openxmlformats.org/officeDocument/2006/relationships/image"/><Relationship Id="rId22" Target="../media/image7.png" Type="http://schemas.openxmlformats.org/officeDocument/2006/relationships/image"/><Relationship Id="rId23" Target="../media/image8.svg" Type="http://schemas.openxmlformats.org/officeDocument/2006/relationships/image"/><Relationship Id="rId24" Target="../media/image147.png" Type="http://schemas.openxmlformats.org/officeDocument/2006/relationships/image"/><Relationship Id="rId25" Target="../media/image10.svg" Type="http://schemas.openxmlformats.org/officeDocument/2006/relationships/image"/><Relationship Id="rId26" Target="../media/image257.png" Type="http://schemas.openxmlformats.org/officeDocument/2006/relationships/image"/><Relationship Id="rId27" Target="../media/image12.svg" Type="http://schemas.openxmlformats.org/officeDocument/2006/relationships/image"/><Relationship Id="rId28" Target="../media/image380.png" Type="http://schemas.openxmlformats.org/officeDocument/2006/relationships/image"/><Relationship Id="rId29" Target="../media/image14.svg" Type="http://schemas.openxmlformats.org/officeDocument/2006/relationships/image"/><Relationship Id="rId3" Target="../media/image363.svg" Type="http://schemas.openxmlformats.org/officeDocument/2006/relationships/image"/><Relationship Id="rId30" Target="../media/image381.png" Type="http://schemas.openxmlformats.org/officeDocument/2006/relationships/image"/><Relationship Id="rId31" Target="../media/image168.svg" Type="http://schemas.openxmlformats.org/officeDocument/2006/relationships/image"/><Relationship Id="rId32" Target="../media/image382.png" Type="http://schemas.openxmlformats.org/officeDocument/2006/relationships/image"/><Relationship Id="rId33" Target="../media/image383.svg" Type="http://schemas.openxmlformats.org/officeDocument/2006/relationships/image"/><Relationship Id="rId34" Target="../media/image384.png" Type="http://schemas.openxmlformats.org/officeDocument/2006/relationships/image"/><Relationship Id="rId35" Target="../media/image385.svg" Type="http://schemas.openxmlformats.org/officeDocument/2006/relationships/image"/><Relationship Id="rId36" Target="../media/image386.png" Type="http://schemas.openxmlformats.org/officeDocument/2006/relationships/image"/><Relationship Id="rId37" Target="../media/image387.svg" Type="http://schemas.openxmlformats.org/officeDocument/2006/relationships/image"/><Relationship Id="rId38" Target="../media/image388.png" Type="http://schemas.openxmlformats.org/officeDocument/2006/relationships/image"/><Relationship Id="rId39" Target="../media/image389.svg" Type="http://schemas.openxmlformats.org/officeDocument/2006/relationships/image"/><Relationship Id="rId4" Target="../media/image364.png" Type="http://schemas.openxmlformats.org/officeDocument/2006/relationships/image"/><Relationship Id="rId40" Target="../media/image390.png" Type="http://schemas.openxmlformats.org/officeDocument/2006/relationships/image"/><Relationship Id="rId41" Target="../media/image391.png" Type="http://schemas.openxmlformats.org/officeDocument/2006/relationships/image"/><Relationship Id="rId42" Target="../media/image392.png" Type="http://schemas.openxmlformats.org/officeDocument/2006/relationships/image"/><Relationship Id="rId43" Target="../media/image393.png" Type="http://schemas.openxmlformats.org/officeDocument/2006/relationships/image"/><Relationship Id="rId44" Target="../media/image394.png" Type="http://schemas.openxmlformats.org/officeDocument/2006/relationships/image"/><Relationship Id="rId45" Target="../media/image395.png" Type="http://schemas.openxmlformats.org/officeDocument/2006/relationships/image"/><Relationship Id="rId46" Target="../media/image396.png" Type="http://schemas.openxmlformats.org/officeDocument/2006/relationships/image"/><Relationship Id="rId47" Target="../media/image397.png" Type="http://schemas.openxmlformats.org/officeDocument/2006/relationships/image"/><Relationship Id="rId48" Target="../media/image398.png" Type="http://schemas.openxmlformats.org/officeDocument/2006/relationships/image"/><Relationship Id="rId49" Target="../media/image399.png" Type="http://schemas.openxmlformats.org/officeDocument/2006/relationships/image"/><Relationship Id="rId5" Target="../media/image365.svg" Type="http://schemas.openxmlformats.org/officeDocument/2006/relationships/image"/><Relationship Id="rId50" Target="../media/image400.png" Type="http://schemas.openxmlformats.org/officeDocument/2006/relationships/image"/><Relationship Id="rId51" Target="../media/image190.png" Type="http://schemas.openxmlformats.org/officeDocument/2006/relationships/image"/><Relationship Id="rId52" Target="../media/image204.png" Type="http://schemas.openxmlformats.org/officeDocument/2006/relationships/image"/><Relationship Id="rId53" Target="../media/image205.png" Type="http://schemas.openxmlformats.org/officeDocument/2006/relationships/image"/><Relationship Id="rId54" Target="../media/image188.png" Type="http://schemas.openxmlformats.org/officeDocument/2006/relationships/image"/><Relationship Id="rId55" Target="../media/image401.png" Type="http://schemas.openxmlformats.org/officeDocument/2006/relationships/image"/><Relationship Id="rId56" Target="../media/image25.png" Type="http://schemas.openxmlformats.org/officeDocument/2006/relationships/image"/><Relationship Id="rId6" Target="../media/image366.png" Type="http://schemas.openxmlformats.org/officeDocument/2006/relationships/image"/><Relationship Id="rId7" Target="../media/image367.svg" Type="http://schemas.openxmlformats.org/officeDocument/2006/relationships/image"/><Relationship Id="rId8" Target="../media/image368.svg" Type="http://schemas.openxmlformats.org/officeDocument/2006/relationships/image"/><Relationship Id="rId9" Target="../media/image36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7.png" Type="http://schemas.openxmlformats.org/officeDocument/2006/relationships/image"/><Relationship Id="rId11" Target="../media/image8.svg" Type="http://schemas.openxmlformats.org/officeDocument/2006/relationships/image"/><Relationship Id="rId12" Target="../media/image288.png" Type="http://schemas.openxmlformats.org/officeDocument/2006/relationships/image"/><Relationship Id="rId13" Target="../media/image10.svg" Type="http://schemas.openxmlformats.org/officeDocument/2006/relationships/image"/><Relationship Id="rId14" Target="../media/image408.png" Type="http://schemas.openxmlformats.org/officeDocument/2006/relationships/image"/><Relationship Id="rId15" Target="../media/image1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409.png" Type="http://schemas.openxmlformats.org/officeDocument/2006/relationships/image"/><Relationship Id="rId19" Target="../media/image410.svg" Type="http://schemas.openxmlformats.org/officeDocument/2006/relationships/image"/><Relationship Id="rId2" Target="../media/image402.png" Type="http://schemas.openxmlformats.org/officeDocument/2006/relationships/image"/><Relationship Id="rId20" Target="../media/image411.png" Type="http://schemas.openxmlformats.org/officeDocument/2006/relationships/image"/><Relationship Id="rId21" Target="../media/image412.svg" Type="http://schemas.openxmlformats.org/officeDocument/2006/relationships/image"/><Relationship Id="rId22" Target="../media/image413.png" Type="http://schemas.openxmlformats.org/officeDocument/2006/relationships/image"/><Relationship Id="rId23" Target="../media/image414.svg" Type="http://schemas.openxmlformats.org/officeDocument/2006/relationships/image"/><Relationship Id="rId24" Target="../media/image415.png" Type="http://schemas.openxmlformats.org/officeDocument/2006/relationships/image"/><Relationship Id="rId25" Target="../media/image416.svg" Type="http://schemas.openxmlformats.org/officeDocument/2006/relationships/image"/><Relationship Id="rId26" Target="../media/image417.png" Type="http://schemas.openxmlformats.org/officeDocument/2006/relationships/image"/><Relationship Id="rId27" Target="../media/image418.svg" Type="http://schemas.openxmlformats.org/officeDocument/2006/relationships/image"/><Relationship Id="rId28" Target="../media/image419.png" Type="http://schemas.openxmlformats.org/officeDocument/2006/relationships/image"/><Relationship Id="rId29" Target="../media/image420.svg" Type="http://schemas.openxmlformats.org/officeDocument/2006/relationships/image"/><Relationship Id="rId3" Target="../media/image403.svg" Type="http://schemas.openxmlformats.org/officeDocument/2006/relationships/image"/><Relationship Id="rId30" Target="../media/image421.png" Type="http://schemas.openxmlformats.org/officeDocument/2006/relationships/image"/><Relationship Id="rId31" Target="../media/image422.svg" Type="http://schemas.openxmlformats.org/officeDocument/2006/relationships/image"/><Relationship Id="rId32" Target="../media/image25.png" Type="http://schemas.openxmlformats.org/officeDocument/2006/relationships/image"/><Relationship Id="rId33" Target="../media/image423.png" Type="http://schemas.openxmlformats.org/officeDocument/2006/relationships/image"/><Relationship Id="rId34" Target="../media/image424.png" Type="http://schemas.openxmlformats.org/officeDocument/2006/relationships/image"/><Relationship Id="rId35" Target="../media/image425.png" Type="http://schemas.openxmlformats.org/officeDocument/2006/relationships/image"/><Relationship Id="rId36" Target="../media/image426.png" Type="http://schemas.openxmlformats.org/officeDocument/2006/relationships/image"/><Relationship Id="rId37" Target="../media/image427.png" Type="http://schemas.openxmlformats.org/officeDocument/2006/relationships/image"/><Relationship Id="rId38" Target="../media/image428.png" Type="http://schemas.openxmlformats.org/officeDocument/2006/relationships/image"/><Relationship Id="rId39" Target="../media/image429.png" Type="http://schemas.openxmlformats.org/officeDocument/2006/relationships/image"/><Relationship Id="rId4" Target="../media/image404.png" Type="http://schemas.openxmlformats.org/officeDocument/2006/relationships/image"/><Relationship Id="rId40" Target="../media/image430.png" Type="http://schemas.openxmlformats.org/officeDocument/2006/relationships/image"/><Relationship Id="rId41" Target="../media/image431.png" Type="http://schemas.openxmlformats.org/officeDocument/2006/relationships/image"/><Relationship Id="rId5" Target="../media/image405.svg" Type="http://schemas.openxmlformats.org/officeDocument/2006/relationships/image"/><Relationship Id="rId6" Target="../media/image406.png" Type="http://schemas.openxmlformats.org/officeDocument/2006/relationships/image"/><Relationship Id="rId7" Target="../media/image4.svg" Type="http://schemas.openxmlformats.org/officeDocument/2006/relationships/image"/><Relationship Id="rId8" Target="../media/image31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437.png" Type="http://schemas.openxmlformats.org/officeDocument/2006/relationships/image"/><Relationship Id="rId12" Target="../media/image8.svg" Type="http://schemas.openxmlformats.org/officeDocument/2006/relationships/image"/><Relationship Id="rId13" Target="../media/image256.png" Type="http://schemas.openxmlformats.org/officeDocument/2006/relationships/image"/><Relationship Id="rId14" Target="../media/image10.svg" Type="http://schemas.openxmlformats.org/officeDocument/2006/relationships/image"/><Relationship Id="rId15" Target="../media/image438.png" Type="http://schemas.openxmlformats.org/officeDocument/2006/relationships/image"/><Relationship Id="rId16" Target="../media/image12.svg" Type="http://schemas.openxmlformats.org/officeDocument/2006/relationships/image"/><Relationship Id="rId17" Target="../media/image13.png" Type="http://schemas.openxmlformats.org/officeDocument/2006/relationships/image"/><Relationship Id="rId18" Target="../media/image14.svg" Type="http://schemas.openxmlformats.org/officeDocument/2006/relationships/image"/><Relationship Id="rId19" Target="../media/image439.png" Type="http://schemas.openxmlformats.org/officeDocument/2006/relationships/image"/><Relationship Id="rId2" Target="../media/image61.png" Type="http://schemas.openxmlformats.org/officeDocument/2006/relationships/image"/><Relationship Id="rId20" Target="../media/image440.png" Type="http://schemas.openxmlformats.org/officeDocument/2006/relationships/image"/><Relationship Id="rId21" Target="../media/image25.png" Type="http://schemas.openxmlformats.org/officeDocument/2006/relationships/image"/><Relationship Id="rId22" Target="../media/image441.png" Type="http://schemas.openxmlformats.org/officeDocument/2006/relationships/image"/><Relationship Id="rId23" Target="../media/image442.png" Type="http://schemas.openxmlformats.org/officeDocument/2006/relationships/image"/><Relationship Id="rId24" Target="../media/image443.png" Type="http://schemas.openxmlformats.org/officeDocument/2006/relationships/image"/><Relationship Id="rId25" Target="../media/image444.png" Type="http://schemas.openxmlformats.org/officeDocument/2006/relationships/image"/><Relationship Id="rId26" Target="../media/image445.png" Type="http://schemas.openxmlformats.org/officeDocument/2006/relationships/image"/><Relationship Id="rId3" Target="../media/image102.svg" Type="http://schemas.openxmlformats.org/officeDocument/2006/relationships/image"/><Relationship Id="rId4" Target="../media/image432.png" Type="http://schemas.openxmlformats.org/officeDocument/2006/relationships/image"/><Relationship Id="rId5" Target="../media/image433.svg" Type="http://schemas.openxmlformats.org/officeDocument/2006/relationships/image"/><Relationship Id="rId6" Target="../media/image434.png" Type="http://schemas.openxmlformats.org/officeDocument/2006/relationships/image"/><Relationship Id="rId7" Target="../media/image435.png" Type="http://schemas.openxmlformats.org/officeDocument/2006/relationships/image"/><Relationship Id="rId8" Target="../media/image4.svg" Type="http://schemas.openxmlformats.org/officeDocument/2006/relationships/image"/><Relationship Id="rId9" Target="../media/image4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3.svg" Type="http://schemas.openxmlformats.org/officeDocument/2006/relationships/image"/><Relationship Id="rId11" Target="../media/image454.png" Type="http://schemas.openxmlformats.org/officeDocument/2006/relationships/image"/><Relationship Id="rId12" Target="../media/image455.svg" Type="http://schemas.openxmlformats.org/officeDocument/2006/relationships/image"/><Relationship Id="rId13" Target="../media/image456.png" Type="http://schemas.openxmlformats.org/officeDocument/2006/relationships/image"/><Relationship Id="rId14" Target="../media/image4.svg" Type="http://schemas.openxmlformats.org/officeDocument/2006/relationships/image"/><Relationship Id="rId15" Target="../media/image457.png" Type="http://schemas.openxmlformats.org/officeDocument/2006/relationships/image"/><Relationship Id="rId16" Target="../media/image6.svg" Type="http://schemas.openxmlformats.org/officeDocument/2006/relationships/image"/><Relationship Id="rId17" Target="../media/image458.png" Type="http://schemas.openxmlformats.org/officeDocument/2006/relationships/image"/><Relationship Id="rId18" Target="../media/image8.svg" Type="http://schemas.openxmlformats.org/officeDocument/2006/relationships/image"/><Relationship Id="rId19" Target="../media/image459.png" Type="http://schemas.openxmlformats.org/officeDocument/2006/relationships/image"/><Relationship Id="rId2" Target="../media/image446.png" Type="http://schemas.openxmlformats.org/officeDocument/2006/relationships/image"/><Relationship Id="rId20" Target="../media/image10.svg" Type="http://schemas.openxmlformats.org/officeDocument/2006/relationships/image"/><Relationship Id="rId21" Target="../media/image460.png" Type="http://schemas.openxmlformats.org/officeDocument/2006/relationships/image"/><Relationship Id="rId22" Target="../media/image12.svg" Type="http://schemas.openxmlformats.org/officeDocument/2006/relationships/image"/><Relationship Id="rId23" Target="../media/image461.png" Type="http://schemas.openxmlformats.org/officeDocument/2006/relationships/image"/><Relationship Id="rId24" Target="../media/image14.svg" Type="http://schemas.openxmlformats.org/officeDocument/2006/relationships/image"/><Relationship Id="rId25" Target="../media/image462.png" Type="http://schemas.openxmlformats.org/officeDocument/2006/relationships/image"/><Relationship Id="rId26" Target="../media/image463.svg" Type="http://schemas.openxmlformats.org/officeDocument/2006/relationships/image"/><Relationship Id="rId27" Target="../media/image252.png" Type="http://schemas.openxmlformats.org/officeDocument/2006/relationships/image"/><Relationship Id="rId28" Target="../media/image464.svg" Type="http://schemas.openxmlformats.org/officeDocument/2006/relationships/image"/><Relationship Id="rId29" Target="../media/image465.svg" Type="http://schemas.openxmlformats.org/officeDocument/2006/relationships/image"/><Relationship Id="rId3" Target="../media/image102.svg" Type="http://schemas.openxmlformats.org/officeDocument/2006/relationships/image"/><Relationship Id="rId30" Target="../media/image466.svg" Type="http://schemas.openxmlformats.org/officeDocument/2006/relationships/image"/><Relationship Id="rId31" Target="../media/image467.png" Type="http://schemas.openxmlformats.org/officeDocument/2006/relationships/image"/><Relationship Id="rId32" Target="../media/image468.svg" Type="http://schemas.openxmlformats.org/officeDocument/2006/relationships/image"/><Relationship Id="rId33" Target="../media/image469.png" Type="http://schemas.openxmlformats.org/officeDocument/2006/relationships/image"/><Relationship Id="rId34" Target="../media/image470.svg" Type="http://schemas.openxmlformats.org/officeDocument/2006/relationships/image"/><Relationship Id="rId35" Target="../media/image471.png" Type="http://schemas.openxmlformats.org/officeDocument/2006/relationships/image"/><Relationship Id="rId36" Target="../media/image472.svg" Type="http://schemas.openxmlformats.org/officeDocument/2006/relationships/image"/><Relationship Id="rId37" Target="../media/image473.png" Type="http://schemas.openxmlformats.org/officeDocument/2006/relationships/image"/><Relationship Id="rId38" Target="../media/image474.svg" Type="http://schemas.openxmlformats.org/officeDocument/2006/relationships/image"/><Relationship Id="rId39" Target="../media/image475.png" Type="http://schemas.openxmlformats.org/officeDocument/2006/relationships/image"/><Relationship Id="rId4" Target="../media/image447.png" Type="http://schemas.openxmlformats.org/officeDocument/2006/relationships/image"/><Relationship Id="rId40" Target="../media/image476.png" Type="http://schemas.openxmlformats.org/officeDocument/2006/relationships/image"/><Relationship Id="rId41" Target="../media/image477.png" Type="http://schemas.openxmlformats.org/officeDocument/2006/relationships/image"/><Relationship Id="rId42" Target="../media/image478.png" Type="http://schemas.openxmlformats.org/officeDocument/2006/relationships/image"/><Relationship Id="rId43" Target="../media/image479.png" Type="http://schemas.openxmlformats.org/officeDocument/2006/relationships/image"/><Relationship Id="rId44" Target="../media/image480.png" Type="http://schemas.openxmlformats.org/officeDocument/2006/relationships/image"/><Relationship Id="rId45" Target="../media/image481.png" Type="http://schemas.openxmlformats.org/officeDocument/2006/relationships/image"/><Relationship Id="rId46" Target="../media/image482.png" Type="http://schemas.openxmlformats.org/officeDocument/2006/relationships/image"/><Relationship Id="rId47" Target="../media/image483.png" Type="http://schemas.openxmlformats.org/officeDocument/2006/relationships/image"/><Relationship Id="rId48" Target="../media/image484.png" Type="http://schemas.openxmlformats.org/officeDocument/2006/relationships/image"/><Relationship Id="rId49" Target="../media/image25.png" Type="http://schemas.openxmlformats.org/officeDocument/2006/relationships/image"/><Relationship Id="rId5" Target="../media/image448.svg" Type="http://schemas.openxmlformats.org/officeDocument/2006/relationships/image"/><Relationship Id="rId6" Target="../media/image449.png" Type="http://schemas.openxmlformats.org/officeDocument/2006/relationships/image"/><Relationship Id="rId7" Target="../media/image450.png" Type="http://schemas.openxmlformats.org/officeDocument/2006/relationships/image"/><Relationship Id="rId8" Target="../media/image451.png" Type="http://schemas.openxmlformats.org/officeDocument/2006/relationships/image"/><Relationship Id="rId9" Target="../media/image45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5.png" Type="http://schemas.openxmlformats.org/officeDocument/2006/relationships/image"/><Relationship Id="rId3" Target="../media/image48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.svg" Type="http://schemas.openxmlformats.org/officeDocument/2006/relationships/image"/><Relationship Id="rId12" Target="../media/image336.png" Type="http://schemas.openxmlformats.org/officeDocument/2006/relationships/image"/><Relationship Id="rId13" Target="../media/image12.svg" Type="http://schemas.openxmlformats.org/officeDocument/2006/relationships/image"/><Relationship Id="rId14" Target="../media/image67.png" Type="http://schemas.openxmlformats.org/officeDocument/2006/relationships/image"/><Relationship Id="rId15" Target="../media/image14.svg" Type="http://schemas.openxmlformats.org/officeDocument/2006/relationships/image"/><Relationship Id="rId16" Target="../media/image490.png" Type="http://schemas.openxmlformats.org/officeDocument/2006/relationships/image"/><Relationship Id="rId17" Target="../media/image491.svg" Type="http://schemas.openxmlformats.org/officeDocument/2006/relationships/image"/><Relationship Id="rId18" Target="../media/image492.png" Type="http://schemas.openxmlformats.org/officeDocument/2006/relationships/image"/><Relationship Id="rId19" Target="../media/image111.svg" Type="http://schemas.openxmlformats.org/officeDocument/2006/relationships/image"/><Relationship Id="rId2" Target="../media/image487.png" Type="http://schemas.openxmlformats.org/officeDocument/2006/relationships/image"/><Relationship Id="rId20" Target="../media/image493.svg" Type="http://schemas.openxmlformats.org/officeDocument/2006/relationships/image"/><Relationship Id="rId21" Target="../media/image494.png" Type="http://schemas.openxmlformats.org/officeDocument/2006/relationships/image"/><Relationship Id="rId22" Target="../media/image114.svg" Type="http://schemas.openxmlformats.org/officeDocument/2006/relationships/image"/><Relationship Id="rId23" Target="../media/image495.png" Type="http://schemas.openxmlformats.org/officeDocument/2006/relationships/image"/><Relationship Id="rId24" Target="../media/image116.svg" Type="http://schemas.openxmlformats.org/officeDocument/2006/relationships/image"/><Relationship Id="rId25" Target="../media/image117.png" Type="http://schemas.openxmlformats.org/officeDocument/2006/relationships/image"/><Relationship Id="rId26" Target="../media/image496.png" Type="http://schemas.openxmlformats.org/officeDocument/2006/relationships/image"/><Relationship Id="rId27" Target="../media/image497.png" Type="http://schemas.openxmlformats.org/officeDocument/2006/relationships/image"/><Relationship Id="rId28" Target="../media/image498.png" Type="http://schemas.openxmlformats.org/officeDocument/2006/relationships/image"/><Relationship Id="rId29" Target="../media/image121.png" Type="http://schemas.openxmlformats.org/officeDocument/2006/relationships/image"/><Relationship Id="rId3" Target="../media/image102.svg" Type="http://schemas.openxmlformats.org/officeDocument/2006/relationships/image"/><Relationship Id="rId30" Target="../media/image122.svg" Type="http://schemas.openxmlformats.org/officeDocument/2006/relationships/image"/><Relationship Id="rId31" Target="../media/image124.svg" Type="http://schemas.openxmlformats.org/officeDocument/2006/relationships/image"/><Relationship Id="rId32" Target="../media/image131.png" Type="http://schemas.openxmlformats.org/officeDocument/2006/relationships/image"/><Relationship Id="rId33" Target="../media/image126.svg" Type="http://schemas.openxmlformats.org/officeDocument/2006/relationships/image"/><Relationship Id="rId34" Target="../media/image499.png" Type="http://schemas.openxmlformats.org/officeDocument/2006/relationships/image"/><Relationship Id="rId35" Target="../media/image500.png" Type="http://schemas.openxmlformats.org/officeDocument/2006/relationships/image"/><Relationship Id="rId36" Target="../media/image501.png" Type="http://schemas.openxmlformats.org/officeDocument/2006/relationships/image"/><Relationship Id="rId37" Target="../media/image502.png" Type="http://schemas.openxmlformats.org/officeDocument/2006/relationships/image"/><Relationship Id="rId38" Target="../media/image503.png" Type="http://schemas.openxmlformats.org/officeDocument/2006/relationships/image"/><Relationship Id="rId39" Target="../media/image504.png" Type="http://schemas.openxmlformats.org/officeDocument/2006/relationships/image"/><Relationship Id="rId4" Target="../media/image488.png" Type="http://schemas.openxmlformats.org/officeDocument/2006/relationships/image"/><Relationship Id="rId40" Target="../media/image505.png" Type="http://schemas.openxmlformats.org/officeDocument/2006/relationships/image"/><Relationship Id="rId41" Target="../media/image506.png" Type="http://schemas.openxmlformats.org/officeDocument/2006/relationships/image"/><Relationship Id="rId42" Target="../media/image507.png" Type="http://schemas.openxmlformats.org/officeDocument/2006/relationships/image"/><Relationship Id="rId43" Target="../media/image135.png" Type="http://schemas.openxmlformats.org/officeDocument/2006/relationships/image"/><Relationship Id="rId44" Target="../media/image508.png" Type="http://schemas.openxmlformats.org/officeDocument/2006/relationships/image"/><Relationship Id="rId5" Target="../media/image4.svg" Type="http://schemas.openxmlformats.org/officeDocument/2006/relationships/image"/><Relationship Id="rId6" Target="../media/image489.png" Type="http://schemas.openxmlformats.org/officeDocument/2006/relationships/image"/><Relationship Id="rId7" Target="../media/image6.svg" Type="http://schemas.openxmlformats.org/officeDocument/2006/relationships/image"/><Relationship Id="rId8" Target="../media/image32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10.svg" Type="http://schemas.openxmlformats.org/officeDocument/2006/relationships/image"/><Relationship Id="rId12" Target="../media/image66.png" Type="http://schemas.openxmlformats.org/officeDocument/2006/relationships/image"/><Relationship Id="rId13" Target="../media/image12.svg" Type="http://schemas.openxmlformats.org/officeDocument/2006/relationships/image"/><Relationship Id="rId14" Target="../media/image67.png" Type="http://schemas.openxmlformats.org/officeDocument/2006/relationships/image"/><Relationship Id="rId15" Target="../media/image14.svg" Type="http://schemas.openxmlformats.org/officeDocument/2006/relationships/image"/><Relationship Id="rId16" Target="../media/image510.png" Type="http://schemas.openxmlformats.org/officeDocument/2006/relationships/image"/><Relationship Id="rId17" Target="../media/image511.svg" Type="http://schemas.openxmlformats.org/officeDocument/2006/relationships/image"/><Relationship Id="rId18" Target="../media/image147.png" Type="http://schemas.openxmlformats.org/officeDocument/2006/relationships/image"/><Relationship Id="rId19" Target="../media/image336.png" Type="http://schemas.openxmlformats.org/officeDocument/2006/relationships/image"/><Relationship Id="rId2" Target="../media/image61.png" Type="http://schemas.openxmlformats.org/officeDocument/2006/relationships/image"/><Relationship Id="rId20" Target="../media/image150.svg" Type="http://schemas.openxmlformats.org/officeDocument/2006/relationships/image"/><Relationship Id="rId21" Target="../media/image512.png" Type="http://schemas.openxmlformats.org/officeDocument/2006/relationships/image"/><Relationship Id="rId22" Target="../media/image25.png" Type="http://schemas.openxmlformats.org/officeDocument/2006/relationships/image"/><Relationship Id="rId23" Target="../media/image513.png" Type="http://schemas.openxmlformats.org/officeDocument/2006/relationships/image"/><Relationship Id="rId24" Target="../media/image514.png" Type="http://schemas.openxmlformats.org/officeDocument/2006/relationships/image"/><Relationship Id="rId25" Target="../media/image515.png" Type="http://schemas.openxmlformats.org/officeDocument/2006/relationships/image"/><Relationship Id="rId3" Target="../media/image2.svg" Type="http://schemas.openxmlformats.org/officeDocument/2006/relationships/image"/><Relationship Id="rId4" Target="../media/image509.png" Type="http://schemas.openxmlformats.org/officeDocument/2006/relationships/image"/><Relationship Id="rId5" Target="../media/image4.svg" Type="http://schemas.openxmlformats.org/officeDocument/2006/relationships/image"/><Relationship Id="rId6" Target="../media/image489.png" Type="http://schemas.openxmlformats.org/officeDocument/2006/relationships/image"/><Relationship Id="rId7" Target="../media/image6.svg" Type="http://schemas.openxmlformats.org/officeDocument/2006/relationships/image"/><Relationship Id="rId8" Target="../media/image316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5461000" y="6337300"/>
            <a:ext cx="1219200" cy="1219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8559800" y="6337300"/>
            <a:ext cx="1206500" cy="120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0261600" y="6972300"/>
            <a:ext cx="711200" cy="622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1633200" y="6477000"/>
            <a:ext cx="939800" cy="939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7162800" y="6781800"/>
            <a:ext cx="1016000" cy="101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073400" y="3683000"/>
            <a:ext cx="121412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57200" y="4610100"/>
            <a:ext cx="173863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358900" y="8089900"/>
            <a:ext cx="1028700" cy="91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5486400" y="8191500"/>
            <a:ext cx="11874500" cy="106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5486400" y="4648200"/>
            <a:ext cx="11874500" cy="1066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5486400" y="5829300"/>
            <a:ext cx="11874500" cy="106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5486400" y="7010400"/>
            <a:ext cx="11874500" cy="1066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5486400" y="3467100"/>
            <a:ext cx="11874500" cy="1066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5930900" y="3784600"/>
            <a:ext cx="482600" cy="482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5930900" y="4953000"/>
            <a:ext cx="482600" cy="482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5930900" y="6134100"/>
            <a:ext cx="482600" cy="482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5930900" y="7315200"/>
            <a:ext cx="482600" cy="482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5930900" y="8496300"/>
            <a:ext cx="482600" cy="482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731000" y="3784600"/>
            <a:ext cx="1701800" cy="482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724900" y="3784600"/>
            <a:ext cx="8140700" cy="482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31000" y="4940300"/>
            <a:ext cx="1701800" cy="482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724900" y="4737100"/>
            <a:ext cx="8140700" cy="889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6731000" y="6121400"/>
            <a:ext cx="1701800" cy="482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724900" y="6121400"/>
            <a:ext cx="81407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6731000" y="7302500"/>
            <a:ext cx="1701800" cy="482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8724900" y="7302500"/>
            <a:ext cx="8140700" cy="48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731000" y="8483600"/>
            <a:ext cx="1701800" cy="482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8724900" y="8458200"/>
            <a:ext cx="8140700" cy="482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320800" y="1981200"/>
            <a:ext cx="3606800" cy="825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320800" y="2641600"/>
            <a:ext cx="36068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358900" y="8089900"/>
            <a:ext cx="1028700" cy="91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197600" y="2959100"/>
            <a:ext cx="5283200" cy="4826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887200" y="2959100"/>
            <a:ext cx="5283200" cy="482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20800" y="1981200"/>
            <a:ext cx="36068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20800" y="2641600"/>
            <a:ext cx="3606800" cy="1625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197600" y="8343900"/>
            <a:ext cx="109728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7886700" y="3238500"/>
            <a:ext cx="9474200" cy="601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27100" y="4711700"/>
            <a:ext cx="6553200" cy="4559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267700" y="3657600"/>
            <a:ext cx="8712200" cy="889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8267700" y="4724400"/>
            <a:ext cx="8712200" cy="4114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864600" y="5715000"/>
            <a:ext cx="74549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864600" y="6413500"/>
            <a:ext cx="74549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864600" y="7112000"/>
            <a:ext cx="74549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864600" y="7810500"/>
            <a:ext cx="74549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325100" y="3860800"/>
            <a:ext cx="4584700" cy="482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864600" y="5168900"/>
            <a:ext cx="2451100" cy="444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798300" y="5181600"/>
            <a:ext cx="4572000" cy="40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864600" y="5854700"/>
            <a:ext cx="2451100" cy="444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1798300" y="5880100"/>
            <a:ext cx="45720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864600" y="6553200"/>
            <a:ext cx="2451100" cy="444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1798300" y="6578600"/>
            <a:ext cx="4572000" cy="406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64600" y="7251700"/>
            <a:ext cx="2451100" cy="444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1798300" y="7277100"/>
            <a:ext cx="4572000" cy="406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864600" y="7937500"/>
            <a:ext cx="2451100" cy="444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1798300" y="7962900"/>
            <a:ext cx="45720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041400" y="3238500"/>
            <a:ext cx="8216900" cy="1358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318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939800" y="3238500"/>
            <a:ext cx="8064500" cy="513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3606800" y="3238500"/>
            <a:ext cx="27178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271000" y="3238500"/>
            <a:ext cx="8064500" cy="513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1938000" y="3238500"/>
            <a:ext cx="2717800" cy="137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623300" y="3606800"/>
            <a:ext cx="1041400" cy="104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610600" y="3911600"/>
            <a:ext cx="1079500" cy="406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372100" y="1638300"/>
            <a:ext cx="7543800" cy="1384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416300" y="3416300"/>
            <a:ext cx="3111500" cy="889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747500" y="3416300"/>
            <a:ext cx="31115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257300" y="5181600"/>
            <a:ext cx="7416800" cy="876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257300" y="6121400"/>
            <a:ext cx="7416800" cy="876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1257300" y="7061200"/>
            <a:ext cx="7416800" cy="876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587500" y="5410200"/>
            <a:ext cx="6769100" cy="406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87500" y="6350000"/>
            <a:ext cx="67691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87500" y="7289800"/>
            <a:ext cx="67691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9588500" y="5181600"/>
            <a:ext cx="7416800" cy="87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9588500" y="6121400"/>
            <a:ext cx="7416800" cy="876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9588500" y="7061200"/>
            <a:ext cx="7416800" cy="876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9918700" y="5410200"/>
            <a:ext cx="6769100" cy="406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9918700" y="6350000"/>
            <a:ext cx="67691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9918700" y="7289800"/>
            <a:ext cx="6769100" cy="406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6540500" y="685800"/>
            <a:ext cx="5207000" cy="381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939800" y="8661400"/>
            <a:ext cx="16408400" cy="939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5994400" y="8864600"/>
            <a:ext cx="5994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8509000" cy="9448800"/>
          </a:xfrm>
          <a:prstGeom prst="rect">
            <a:avLst/>
          </a:prstGeom>
          <a:effectLst>
            <a:outerShdw dir="4020000" dist="327147" blurRad="425291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34500" y="419100"/>
            <a:ext cx="8509000" cy="9448800"/>
          </a:xfrm>
          <a:prstGeom prst="rect">
            <a:avLst/>
          </a:prstGeom>
          <a:effectLst>
            <a:outerShdw dir="4020000" dist="327147" blurRad="425291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34500" y="419100"/>
            <a:ext cx="85090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817100" y="7620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01727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05283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87400" y="749300"/>
            <a:ext cx="7835900" cy="8788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480800" y="647700"/>
            <a:ext cx="42164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658600" y="685800"/>
            <a:ext cx="3848100" cy="381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045700" y="2044700"/>
            <a:ext cx="7137400" cy="1384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020300" y="7404100"/>
            <a:ext cx="71374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347200" y="3632200"/>
            <a:ext cx="8445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27100" y="4267200"/>
            <a:ext cx="4267200" cy="181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4978400" y="4267200"/>
            <a:ext cx="4267200" cy="181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029700" y="4267200"/>
            <a:ext cx="4267200" cy="181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3093700" y="4267200"/>
            <a:ext cx="4267200" cy="181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3474700" y="3898900"/>
            <a:ext cx="7874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4655800" y="4610100"/>
            <a:ext cx="1130300" cy="1130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6553200" y="4610100"/>
            <a:ext cx="1117600" cy="1117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2628900" y="4737100"/>
            <a:ext cx="863600" cy="863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10693400" y="4686300"/>
            <a:ext cx="965200" cy="965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308100" y="3898900"/>
            <a:ext cx="787400" cy="787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5359400" y="3898900"/>
            <a:ext cx="787400" cy="787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0">
            <a:off x="9410700" y="3898900"/>
            <a:ext cx="787400" cy="787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3487400" y="4064000"/>
            <a:ext cx="762000" cy="444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320800" y="4064000"/>
            <a:ext cx="762000" cy="444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168400" y="7924800"/>
            <a:ext cx="3683000" cy="711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168400" y="7327900"/>
            <a:ext cx="3683000" cy="482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270500" y="7924800"/>
            <a:ext cx="3683000" cy="1041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5270500" y="7327900"/>
            <a:ext cx="3683000" cy="482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9372600" y="7924800"/>
            <a:ext cx="3683000" cy="711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372600" y="7327900"/>
            <a:ext cx="3683000" cy="482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3487400" y="7924800"/>
            <a:ext cx="3683000" cy="711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3487400" y="7327900"/>
            <a:ext cx="3683000" cy="482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752600" y="3225800"/>
            <a:ext cx="14439900" cy="406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168400" y="6489700"/>
            <a:ext cx="36830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270500" y="6489700"/>
            <a:ext cx="3683000" cy="482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9372600" y="6489700"/>
            <a:ext cx="36830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3487400" y="6489700"/>
            <a:ext cx="3683000" cy="482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5372100" y="4064000"/>
            <a:ext cx="762000" cy="444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9436100" y="4064000"/>
            <a:ext cx="762000" cy="444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28400" y="3238500"/>
            <a:ext cx="6032500" cy="603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927100" y="3238500"/>
            <a:ext cx="4851400" cy="2895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6045200" y="3238500"/>
            <a:ext cx="4851400" cy="2895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6045200" y="6362700"/>
            <a:ext cx="4851400" cy="290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927100" y="6362700"/>
            <a:ext cx="4851400" cy="290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9601200" y="3733800"/>
            <a:ext cx="901700" cy="901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9652000" y="3771900"/>
            <a:ext cx="812800" cy="81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9601200" y="6858000"/>
            <a:ext cx="901700" cy="901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9664700" y="6921500"/>
            <a:ext cx="787400" cy="787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4483100" y="3733800"/>
            <a:ext cx="901700" cy="901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4546600" y="3797300"/>
            <a:ext cx="762000" cy="762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4483100" y="6858000"/>
            <a:ext cx="901700" cy="901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0">
            <a:off x="4635500" y="7010400"/>
            <a:ext cx="596900" cy="596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438900" y="3733800"/>
            <a:ext cx="2692400" cy="889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438900" y="4914900"/>
            <a:ext cx="4064000" cy="1041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6438900" y="6858000"/>
            <a:ext cx="2692400" cy="482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6438900" y="8039100"/>
            <a:ext cx="4064000" cy="1041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333500" y="3733800"/>
            <a:ext cx="2692400" cy="889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333500" y="4914900"/>
            <a:ext cx="4064000" cy="711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333500" y="6858000"/>
            <a:ext cx="2692400" cy="889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333500" y="8039100"/>
            <a:ext cx="4064000" cy="711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9800" y="3238500"/>
            <a:ext cx="5321300" cy="603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6489700" y="3238500"/>
            <a:ext cx="5321300" cy="603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039600" y="3238500"/>
            <a:ext cx="5321300" cy="603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3111500" y="5181600"/>
            <a:ext cx="965200" cy="965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661400" y="5181600"/>
            <a:ext cx="965200" cy="965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4211300" y="5181600"/>
            <a:ext cx="965200" cy="96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320800" y="3644900"/>
            <a:ext cx="4559300" cy="889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6870700" y="3644900"/>
            <a:ext cx="4559300" cy="889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2420600" y="3644900"/>
            <a:ext cx="45593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3213100" y="5283200"/>
            <a:ext cx="762000" cy="762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0">
            <a:off x="8851900" y="5372100"/>
            <a:ext cx="596900" cy="596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14414500" y="5359400"/>
            <a:ext cx="558800" cy="60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892300" y="3835400"/>
            <a:ext cx="3416300" cy="482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85900" y="6934200"/>
            <a:ext cx="4203700" cy="482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485900" y="7810500"/>
            <a:ext cx="4203700" cy="1041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6870700" y="6934200"/>
            <a:ext cx="4559300" cy="482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6870700" y="7810500"/>
            <a:ext cx="4559300" cy="1041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2420600" y="6934200"/>
            <a:ext cx="4559300" cy="482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420600" y="7810500"/>
            <a:ext cx="4559300" cy="1041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7442200" y="3835400"/>
            <a:ext cx="3416300" cy="482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2992100" y="3848100"/>
            <a:ext cx="3416300" cy="482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9800" y="6007100"/>
            <a:ext cx="7950200" cy="82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9800" y="6934200"/>
            <a:ext cx="79502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9800" y="7861300"/>
            <a:ext cx="79502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410700" y="3238500"/>
            <a:ext cx="7937500" cy="6019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9800" y="5080000"/>
            <a:ext cx="79502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308100" y="5372100"/>
            <a:ext cx="228600" cy="228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308100" y="6299200"/>
            <a:ext cx="228600" cy="228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308100" y="7239000"/>
            <a:ext cx="228600" cy="228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308100" y="8166100"/>
            <a:ext cx="228600" cy="228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9842500" y="3594100"/>
            <a:ext cx="7073900" cy="532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5138400" y="5080000"/>
            <a:ext cx="1981200" cy="901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372100" y="1714500"/>
            <a:ext cx="7543800" cy="1384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308100" y="3238500"/>
            <a:ext cx="7010400" cy="482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308100" y="3911600"/>
            <a:ext cx="7340600" cy="1041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866900" y="5308600"/>
            <a:ext cx="36703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866900" y="6210300"/>
            <a:ext cx="3670300" cy="406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866900" y="7150100"/>
            <a:ext cx="3670300" cy="40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866900" y="8077200"/>
            <a:ext cx="3670300" cy="406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5240000" y="5143500"/>
            <a:ext cx="1892300" cy="762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9800" y="8801100"/>
            <a:ext cx="7950200" cy="825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 rot="0">
            <a:off x="1308100" y="9093200"/>
            <a:ext cx="228600" cy="228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866900" y="9004300"/>
            <a:ext cx="36703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4178300" y="5321300"/>
            <a:ext cx="1447800" cy="1447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677400" y="4826000"/>
            <a:ext cx="7658100" cy="4419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931400" y="3314700"/>
            <a:ext cx="6769100" cy="48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931400" y="3911600"/>
            <a:ext cx="7239000" cy="711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90600" y="3911600"/>
            <a:ext cx="78105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700" y="-12700"/>
            <a:ext cx="5537200" cy="553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5049500" y="7429500"/>
            <a:ext cx="1930400" cy="157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4287500" y="65405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4287500" y="7975600"/>
            <a:ext cx="254000" cy="25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5773400" y="6540500"/>
            <a:ext cx="254000" cy="254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2217400" y="6210300"/>
            <a:ext cx="2654300" cy="914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20800" y="2641600"/>
            <a:ext cx="11899900" cy="299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105400" y="876300"/>
            <a:ext cx="8089900" cy="736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939800" y="1917700"/>
            <a:ext cx="5321300" cy="7366000"/>
          </a:xfrm>
          <a:prstGeom prst="rect">
            <a:avLst/>
          </a:prstGeom>
          <a:effectLst>
            <a:outerShdw dir="4020000" dist="204421" blurRad="265748">
              <a:srgbClr val="000000">
                <a:alpha val="3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6604000" y="1917700"/>
            <a:ext cx="10756900" cy="3505200"/>
          </a:xfrm>
          <a:prstGeom prst="rect">
            <a:avLst/>
          </a:prstGeom>
          <a:effectLst>
            <a:outerShdw dir="4020000" dist="134815" blurRad="262890">
              <a:srgbClr val="000000">
                <a:alpha val="2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604000" y="5765800"/>
            <a:ext cx="10756900" cy="3505200"/>
          </a:xfrm>
          <a:prstGeom prst="rect">
            <a:avLst/>
          </a:prstGeom>
          <a:effectLst>
            <a:outerShdw dir="4020000" dist="134815" blurRad="262890">
              <a:srgbClr val="000000">
                <a:alpha val="2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6032500" y="5194300"/>
            <a:ext cx="800100" cy="800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5041900" y="2400300"/>
            <a:ext cx="5969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49400" y="2374900"/>
            <a:ext cx="4089400" cy="647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49400" y="3276600"/>
            <a:ext cx="40894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460500" y="5257800"/>
            <a:ext cx="4165600" cy="3759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340600" y="2374900"/>
            <a:ext cx="9753600" cy="647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7340600" y="3276600"/>
            <a:ext cx="9753600" cy="1663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340600" y="6223000"/>
            <a:ext cx="9753600" cy="647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340600" y="7124700"/>
            <a:ext cx="97536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33700" y="2768600"/>
            <a:ext cx="1155700" cy="209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2933700" y="3987800"/>
            <a:ext cx="1155700" cy="209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2933700" y="5194300"/>
            <a:ext cx="1155700" cy="209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2933700" y="6413500"/>
            <a:ext cx="1155700" cy="209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2933700" y="7632700"/>
            <a:ext cx="1155700" cy="209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-279400" y="6159500"/>
            <a:ext cx="40259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4762500" y="3238500"/>
            <a:ext cx="12598400" cy="1155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4762500" y="4457700"/>
            <a:ext cx="12598400" cy="1155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4762500" y="5676900"/>
            <a:ext cx="12598400" cy="1155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4762500" y="6883400"/>
            <a:ext cx="12598400" cy="1155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4762500" y="8102600"/>
            <a:ext cx="12598400" cy="1155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1308100" y="3416300"/>
            <a:ext cx="787400" cy="787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1308100" y="4635500"/>
            <a:ext cx="787400" cy="787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308100" y="5854700"/>
            <a:ext cx="787400" cy="787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308100" y="7073900"/>
            <a:ext cx="787400" cy="787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0">
            <a:off x="1308100" y="8293100"/>
            <a:ext cx="787400" cy="787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5486400" y="3492500"/>
            <a:ext cx="11455400" cy="711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2730500" y="3378200"/>
            <a:ext cx="1447800" cy="889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486400" y="4826000"/>
            <a:ext cx="114554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2730500" y="4584700"/>
            <a:ext cx="1447800" cy="889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486400" y="6045200"/>
            <a:ext cx="11455400" cy="406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2730500" y="5803900"/>
            <a:ext cx="1447800" cy="889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5486400" y="7264400"/>
            <a:ext cx="11455400" cy="406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2730500" y="7023100"/>
            <a:ext cx="1447800" cy="889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486400" y="8470900"/>
            <a:ext cx="11455400" cy="406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2730500" y="8445500"/>
            <a:ext cx="14478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320800" y="3581400"/>
            <a:ext cx="762000" cy="444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320800" y="4800600"/>
            <a:ext cx="762000" cy="444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320800" y="6019800"/>
            <a:ext cx="762000" cy="444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320800" y="7226300"/>
            <a:ext cx="762000" cy="444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320800" y="8445500"/>
            <a:ext cx="762000" cy="444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4876800"/>
          </a:xfrm>
          <a:prstGeom prst="rect">
            <a:avLst/>
          </a:prstGeom>
          <a:effectLst>
            <a:outerShdw dir="4020000" dist="187569" blurRad="2438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5613400"/>
            <a:ext cx="17386300" cy="4254500"/>
          </a:xfrm>
          <a:prstGeom prst="rect">
            <a:avLst/>
          </a:prstGeom>
          <a:effectLst>
            <a:outerShdw dir="4020000" dist="163390" blurRad="212408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079500" y="3886200"/>
            <a:ext cx="13589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-120000">
            <a:off x="2933700" y="7975600"/>
            <a:ext cx="5930900" cy="76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-239999">
            <a:off x="9410700" y="7620000"/>
            <a:ext cx="6883400" cy="76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2641600" y="7937500"/>
            <a:ext cx="393700" cy="393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8940800" y="7696200"/>
            <a:ext cx="393700" cy="393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6332200" y="7200900"/>
            <a:ext cx="393700" cy="393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2235200" y="8547100"/>
            <a:ext cx="14998700" cy="6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9766300" y="2832100"/>
            <a:ext cx="7416800" cy="1206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2247900" y="7543800"/>
            <a:ext cx="1168400" cy="304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559800" y="7289800"/>
            <a:ext cx="1168400" cy="304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938500" y="6870700"/>
            <a:ext cx="1168400" cy="304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247900" y="8788400"/>
            <a:ext cx="11684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559800" y="8788400"/>
            <a:ext cx="11684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3970000" y="8788400"/>
            <a:ext cx="3136900" cy="406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041400" y="6350000"/>
            <a:ext cx="1993900" cy="482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041400" y="2044700"/>
            <a:ext cx="44704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27100" y="6337300"/>
            <a:ext cx="4737100" cy="292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27100" y="3238500"/>
            <a:ext cx="4737100" cy="292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286500" y="3517900"/>
            <a:ext cx="11074400" cy="293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286500" y="6819900"/>
            <a:ext cx="11074400" cy="2108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4318000"/>
            <a:ext cx="3949700" cy="711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33500" y="3733800"/>
            <a:ext cx="3949700" cy="482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33500" y="7416800"/>
            <a:ext cx="3949700" cy="71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33500" y="6819900"/>
            <a:ext cx="39497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9800" y="6362700"/>
            <a:ext cx="8064500" cy="290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271000" y="3238500"/>
            <a:ext cx="8064500" cy="290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271000" y="6362700"/>
            <a:ext cx="8064500" cy="290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39800" y="3238500"/>
            <a:ext cx="8064500" cy="290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128000" y="5232400"/>
            <a:ext cx="20320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683500" y="4787900"/>
            <a:ext cx="2921000" cy="292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8255000" y="5359400"/>
            <a:ext cx="1778000" cy="1778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7543800" y="4699000"/>
            <a:ext cx="965200" cy="965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7543800" y="6845300"/>
            <a:ext cx="965200" cy="965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9779000" y="4699000"/>
            <a:ext cx="965200" cy="965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9779000" y="6845300"/>
            <a:ext cx="965200" cy="965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7759700" y="7048500"/>
            <a:ext cx="546100" cy="546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7670800" y="4813300"/>
            <a:ext cx="723900" cy="723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0">
            <a:off x="9969500" y="4876800"/>
            <a:ext cx="596900" cy="596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9956800" y="7023100"/>
            <a:ext cx="596900" cy="596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8382000" y="6007100"/>
            <a:ext cx="1524000" cy="482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22400" y="3695700"/>
            <a:ext cx="57531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422400" y="4279900"/>
            <a:ext cx="5753100" cy="711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1112500" y="3695700"/>
            <a:ext cx="5753100" cy="48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0985500" y="4279900"/>
            <a:ext cx="6019800" cy="711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422400" y="7493000"/>
            <a:ext cx="5753100" cy="482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422400" y="8089900"/>
            <a:ext cx="5753100" cy="711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1112500" y="7493000"/>
            <a:ext cx="5753100" cy="482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1112500" y="8089900"/>
            <a:ext cx="5753100" cy="711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37400" y="1282700"/>
            <a:ext cx="10629900" cy="852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0200" y="355600"/>
            <a:ext cx="90551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318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939800" y="3238500"/>
            <a:ext cx="8064500" cy="4965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3606800" y="3238500"/>
            <a:ext cx="27178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271000" y="3238500"/>
            <a:ext cx="8064500" cy="4965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1938000" y="3238500"/>
            <a:ext cx="2717800" cy="137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623300" y="3606800"/>
            <a:ext cx="1041400" cy="104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610600" y="3911600"/>
            <a:ext cx="1079500" cy="406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416300" y="3606800"/>
            <a:ext cx="3111500" cy="482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747500" y="3606800"/>
            <a:ext cx="3111500" cy="482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257300" y="4914900"/>
            <a:ext cx="7416800" cy="876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1257300" y="5854700"/>
            <a:ext cx="7416800" cy="876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1257300" y="6794500"/>
            <a:ext cx="7416800" cy="876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587500" y="5143500"/>
            <a:ext cx="6769100" cy="406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587500" y="6083300"/>
            <a:ext cx="67691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87500" y="7023100"/>
            <a:ext cx="67691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9588500" y="4914900"/>
            <a:ext cx="7416800" cy="87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9588500" y="5854700"/>
            <a:ext cx="7416800" cy="876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9588500" y="6794500"/>
            <a:ext cx="7416800" cy="876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9918700" y="5143500"/>
            <a:ext cx="6769100" cy="406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9918700" y="6083300"/>
            <a:ext cx="67691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9918700" y="7023100"/>
            <a:ext cx="6769100" cy="406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6540500" y="685800"/>
            <a:ext cx="5207000" cy="381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562600" y="8864600"/>
            <a:ext cx="71501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737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448800"/>
          </a:xfrm>
          <a:prstGeom prst="rect">
            <a:avLst/>
          </a:prstGeom>
          <a:effectLst>
            <a:outerShdw dir="4020000" dist="363415" blurRad="472440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7620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95400" y="762000"/>
            <a:ext cx="254000" cy="25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51000" y="7620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2197100" y="7594600"/>
            <a:ext cx="13906500" cy="128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17000" y="30734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855200" y="28448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178800" y="2844800"/>
            <a:ext cx="254000" cy="25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073400" y="3683000"/>
            <a:ext cx="12141200" cy="82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073400" y="4457700"/>
            <a:ext cx="12141200" cy="1625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3911600" y="7988300"/>
            <a:ext cx="10464800" cy="44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