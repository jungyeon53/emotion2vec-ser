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31.png"/><Relationship Id="rId26" Type="http://schemas.openxmlformats.org/officeDocument/2006/relationships/image" Target="../media/image38.png"/><Relationship Id="rId3" Type="http://schemas.openxmlformats.org/officeDocument/2006/relationships/image" Target="../media/image28.svg"/><Relationship Id="rId21" Type="http://schemas.openxmlformats.org/officeDocument/2006/relationships/image" Target="../media/image34.svg"/><Relationship Id="rId34" Type="http://schemas.openxmlformats.org/officeDocument/2006/relationships/image" Target="../media/image46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30.sv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20" Type="http://schemas.openxmlformats.org/officeDocument/2006/relationships/image" Target="../media/image33.sv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5.png"/><Relationship Id="rId32" Type="http://schemas.openxmlformats.org/officeDocument/2006/relationships/image" Target="../media/image44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36.sv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9.png"/><Relationship Id="rId19" Type="http://schemas.openxmlformats.org/officeDocument/2006/relationships/image" Target="../media/image32.svg"/><Relationship Id="rId31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35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8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49.png"/><Relationship Id="rId3" Type="http://schemas.openxmlformats.org/officeDocument/2006/relationships/image" Target="../media/image28.svg"/><Relationship Id="rId21" Type="http://schemas.openxmlformats.org/officeDocument/2006/relationships/image" Target="../media/image51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30.sv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53.png"/><Relationship Id="rId10" Type="http://schemas.openxmlformats.org/officeDocument/2006/relationships/image" Target="../media/image9.png"/><Relationship Id="rId19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sv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21" Type="http://schemas.openxmlformats.org/officeDocument/2006/relationships/image" Target="../media/image59.png"/><Relationship Id="rId34" Type="http://schemas.openxmlformats.org/officeDocument/2006/relationships/image" Target="../media/image72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63.png"/><Relationship Id="rId33" Type="http://schemas.openxmlformats.org/officeDocument/2006/relationships/image" Target="../media/image71.png"/><Relationship Id="rId38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58.sv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62.svg"/><Relationship Id="rId32" Type="http://schemas.openxmlformats.org/officeDocument/2006/relationships/image" Target="../media/image70.png"/><Relationship Id="rId37" Type="http://schemas.openxmlformats.org/officeDocument/2006/relationships/image" Target="../media/image75.png"/><Relationship Id="rId5" Type="http://schemas.openxmlformats.org/officeDocument/2006/relationships/image" Target="../media/image55.svg"/><Relationship Id="rId15" Type="http://schemas.openxmlformats.org/officeDocument/2006/relationships/image" Target="../media/image12.svg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36" Type="http://schemas.openxmlformats.org/officeDocument/2006/relationships/image" Target="../media/image74.png"/><Relationship Id="rId10" Type="http://schemas.openxmlformats.org/officeDocument/2006/relationships/image" Target="../media/image7.png"/><Relationship Id="rId19" Type="http://schemas.openxmlformats.org/officeDocument/2006/relationships/image" Target="../media/image57.png"/><Relationship Id="rId31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60.svg"/><Relationship Id="rId27" Type="http://schemas.openxmlformats.org/officeDocument/2006/relationships/image" Target="../media/image65.png"/><Relationship Id="rId30" Type="http://schemas.openxmlformats.org/officeDocument/2006/relationships/image" Target="../media/image68.png"/><Relationship Id="rId35" Type="http://schemas.openxmlformats.org/officeDocument/2006/relationships/image" Target="../media/image73.png"/><Relationship Id="rId8" Type="http://schemas.openxmlformats.org/officeDocument/2006/relationships/image" Target="../media/image5.png"/><Relationship Id="rId3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9" Type="http://schemas.openxmlformats.org/officeDocument/2006/relationships/image" Target="../media/image100.png"/><Relationship Id="rId21" Type="http://schemas.openxmlformats.org/officeDocument/2006/relationships/image" Target="../media/image82.png"/><Relationship Id="rId34" Type="http://schemas.openxmlformats.org/officeDocument/2006/relationships/image" Target="../media/image95.png"/><Relationship Id="rId42" Type="http://schemas.openxmlformats.org/officeDocument/2006/relationships/image" Target="../media/image103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77.png"/><Relationship Id="rId20" Type="http://schemas.openxmlformats.org/officeDocument/2006/relationships/image" Target="../media/image81.svg"/><Relationship Id="rId29" Type="http://schemas.openxmlformats.org/officeDocument/2006/relationships/image" Target="../media/image90.png"/><Relationship Id="rId41" Type="http://schemas.openxmlformats.org/officeDocument/2006/relationships/image" Target="../media/image10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85.svg"/><Relationship Id="rId32" Type="http://schemas.openxmlformats.org/officeDocument/2006/relationships/image" Target="../media/image93.svg"/><Relationship Id="rId37" Type="http://schemas.openxmlformats.org/officeDocument/2006/relationships/image" Target="../media/image98.png"/><Relationship Id="rId40" Type="http://schemas.openxmlformats.org/officeDocument/2006/relationships/image" Target="../media/image101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84.png"/><Relationship Id="rId28" Type="http://schemas.openxmlformats.org/officeDocument/2006/relationships/image" Target="../media/image89.png"/><Relationship Id="rId36" Type="http://schemas.openxmlformats.org/officeDocument/2006/relationships/image" Target="../media/image97.png"/><Relationship Id="rId10" Type="http://schemas.openxmlformats.org/officeDocument/2006/relationships/image" Target="../media/image9.png"/><Relationship Id="rId19" Type="http://schemas.openxmlformats.org/officeDocument/2006/relationships/image" Target="../media/image80.svg"/><Relationship Id="rId31" Type="http://schemas.openxmlformats.org/officeDocument/2006/relationships/image" Target="../media/image92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83.svg"/><Relationship Id="rId27" Type="http://schemas.openxmlformats.org/officeDocument/2006/relationships/image" Target="../media/image88.png"/><Relationship Id="rId30" Type="http://schemas.openxmlformats.org/officeDocument/2006/relationships/image" Target="../media/image91.svg"/><Relationship Id="rId35" Type="http://schemas.openxmlformats.org/officeDocument/2006/relationships/image" Target="../media/image96.png"/><Relationship Id="rId8" Type="http://schemas.openxmlformats.org/officeDocument/2006/relationships/image" Target="../media/image7.png"/><Relationship Id="rId3" Type="http://schemas.openxmlformats.org/officeDocument/2006/relationships/image" Target="../media/image76.svg"/><Relationship Id="rId12" Type="http://schemas.openxmlformats.org/officeDocument/2006/relationships/image" Target="../media/image11.png"/><Relationship Id="rId17" Type="http://schemas.openxmlformats.org/officeDocument/2006/relationships/image" Target="../media/image78.svg"/><Relationship Id="rId25" Type="http://schemas.openxmlformats.org/officeDocument/2006/relationships/image" Target="../media/image86.png"/><Relationship Id="rId33" Type="http://schemas.openxmlformats.org/officeDocument/2006/relationships/image" Target="../media/image94.png"/><Relationship Id="rId38" Type="http://schemas.openxmlformats.org/officeDocument/2006/relationships/image" Target="../media/image9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5.svg"/><Relationship Id="rId7" Type="http://schemas.openxmlformats.org/officeDocument/2006/relationships/image" Target="../media/image7.png"/><Relationship Id="rId12" Type="http://schemas.openxmlformats.org/officeDocument/2006/relationships/image" Target="../media/image111.svg"/><Relationship Id="rId17" Type="http://schemas.openxmlformats.org/officeDocument/2006/relationships/image" Target="../media/image116.png"/><Relationship Id="rId2" Type="http://schemas.openxmlformats.org/officeDocument/2006/relationships/image" Target="../media/image104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svg"/><Relationship Id="rId11" Type="http://schemas.openxmlformats.org/officeDocument/2006/relationships/image" Target="../media/image11.png"/><Relationship Id="rId5" Type="http://schemas.openxmlformats.org/officeDocument/2006/relationships/image" Target="../media/image107.png"/><Relationship Id="rId15" Type="http://schemas.openxmlformats.org/officeDocument/2006/relationships/image" Target="../media/image114.svg"/><Relationship Id="rId10" Type="http://schemas.openxmlformats.org/officeDocument/2006/relationships/image" Target="../media/image110.svg"/><Relationship Id="rId19" Type="http://schemas.openxmlformats.org/officeDocument/2006/relationships/image" Target="../media/image118.png"/><Relationship Id="rId4" Type="http://schemas.openxmlformats.org/officeDocument/2006/relationships/image" Target="../media/image106.svg"/><Relationship Id="rId9" Type="http://schemas.openxmlformats.org/officeDocument/2006/relationships/image" Target="../media/image9.png"/><Relationship Id="rId14" Type="http://schemas.openxmlformats.org/officeDocument/2006/relationships/image" Target="../media/image11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26" Type="http://schemas.openxmlformats.org/officeDocument/2006/relationships/image" Target="../media/image129.svg"/><Relationship Id="rId39" Type="http://schemas.openxmlformats.org/officeDocument/2006/relationships/image" Target="../media/image142.png"/><Relationship Id="rId21" Type="http://schemas.openxmlformats.org/officeDocument/2006/relationships/image" Target="../media/image13.png"/><Relationship Id="rId34" Type="http://schemas.openxmlformats.org/officeDocument/2006/relationships/image" Target="../media/image137.svg"/><Relationship Id="rId42" Type="http://schemas.openxmlformats.org/officeDocument/2006/relationships/image" Target="../media/image145.png"/><Relationship Id="rId47" Type="http://schemas.openxmlformats.org/officeDocument/2006/relationships/image" Target="../media/image150.png"/><Relationship Id="rId50" Type="http://schemas.openxmlformats.org/officeDocument/2006/relationships/image" Target="../media/image153.png"/><Relationship Id="rId55" Type="http://schemas.openxmlformats.org/officeDocument/2006/relationships/image" Target="../media/image25.png"/><Relationship Id="rId7" Type="http://schemas.openxmlformats.org/officeDocument/2006/relationships/image" Target="../media/image122.svg"/><Relationship Id="rId2" Type="http://schemas.openxmlformats.org/officeDocument/2006/relationships/image" Target="../media/image1.png"/><Relationship Id="rId16" Type="http://schemas.openxmlformats.org/officeDocument/2006/relationships/image" Target="../media/image8.svg"/><Relationship Id="rId29" Type="http://schemas.openxmlformats.org/officeDocument/2006/relationships/image" Target="../media/image132.png"/><Relationship Id="rId11" Type="http://schemas.openxmlformats.org/officeDocument/2006/relationships/image" Target="../media/image3.png"/><Relationship Id="rId24" Type="http://schemas.openxmlformats.org/officeDocument/2006/relationships/image" Target="../media/image127.svg"/><Relationship Id="rId32" Type="http://schemas.openxmlformats.org/officeDocument/2006/relationships/image" Target="../media/image135.svg"/><Relationship Id="rId37" Type="http://schemas.openxmlformats.org/officeDocument/2006/relationships/image" Target="../media/image140.png"/><Relationship Id="rId40" Type="http://schemas.openxmlformats.org/officeDocument/2006/relationships/image" Target="../media/image143.png"/><Relationship Id="rId45" Type="http://schemas.openxmlformats.org/officeDocument/2006/relationships/image" Target="../media/image148.png"/><Relationship Id="rId53" Type="http://schemas.openxmlformats.org/officeDocument/2006/relationships/image" Target="../media/image156.png"/><Relationship Id="rId5" Type="http://schemas.openxmlformats.org/officeDocument/2006/relationships/image" Target="../media/image120.svg"/><Relationship Id="rId10" Type="http://schemas.openxmlformats.org/officeDocument/2006/relationships/image" Target="../media/image125.svg"/><Relationship Id="rId19" Type="http://schemas.openxmlformats.org/officeDocument/2006/relationships/image" Target="../media/image11.png"/><Relationship Id="rId31" Type="http://schemas.openxmlformats.org/officeDocument/2006/relationships/image" Target="../media/image134.png"/><Relationship Id="rId44" Type="http://schemas.openxmlformats.org/officeDocument/2006/relationships/image" Target="../media/image147.png"/><Relationship Id="rId52" Type="http://schemas.openxmlformats.org/officeDocument/2006/relationships/image" Target="../media/image15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6.svg"/><Relationship Id="rId22" Type="http://schemas.openxmlformats.org/officeDocument/2006/relationships/image" Target="../media/image14.svg"/><Relationship Id="rId27" Type="http://schemas.openxmlformats.org/officeDocument/2006/relationships/image" Target="../media/image130.png"/><Relationship Id="rId30" Type="http://schemas.openxmlformats.org/officeDocument/2006/relationships/image" Target="../media/image133.svg"/><Relationship Id="rId35" Type="http://schemas.openxmlformats.org/officeDocument/2006/relationships/image" Target="../media/image138.png"/><Relationship Id="rId43" Type="http://schemas.openxmlformats.org/officeDocument/2006/relationships/image" Target="../media/image146.png"/><Relationship Id="rId48" Type="http://schemas.openxmlformats.org/officeDocument/2006/relationships/image" Target="../media/image151.png"/><Relationship Id="rId8" Type="http://schemas.openxmlformats.org/officeDocument/2006/relationships/image" Target="../media/image123.svg"/><Relationship Id="rId51" Type="http://schemas.openxmlformats.org/officeDocument/2006/relationships/image" Target="../media/image154.png"/><Relationship Id="rId3" Type="http://schemas.openxmlformats.org/officeDocument/2006/relationships/image" Target="../media/image28.svg"/><Relationship Id="rId12" Type="http://schemas.openxmlformats.org/officeDocument/2006/relationships/image" Target="../media/image4.svg"/><Relationship Id="rId17" Type="http://schemas.openxmlformats.org/officeDocument/2006/relationships/image" Target="../media/image9.png"/><Relationship Id="rId25" Type="http://schemas.openxmlformats.org/officeDocument/2006/relationships/image" Target="../media/image128.png"/><Relationship Id="rId33" Type="http://schemas.openxmlformats.org/officeDocument/2006/relationships/image" Target="../media/image136.png"/><Relationship Id="rId38" Type="http://schemas.openxmlformats.org/officeDocument/2006/relationships/image" Target="../media/image141.png"/><Relationship Id="rId46" Type="http://schemas.openxmlformats.org/officeDocument/2006/relationships/image" Target="../media/image149.png"/><Relationship Id="rId20" Type="http://schemas.openxmlformats.org/officeDocument/2006/relationships/image" Target="../media/image12.svg"/><Relationship Id="rId41" Type="http://schemas.openxmlformats.org/officeDocument/2006/relationships/image" Target="../media/image144.png"/><Relationship Id="rId54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svg"/><Relationship Id="rId15" Type="http://schemas.openxmlformats.org/officeDocument/2006/relationships/image" Target="../media/image7.png"/><Relationship Id="rId23" Type="http://schemas.openxmlformats.org/officeDocument/2006/relationships/image" Target="../media/image126.png"/><Relationship Id="rId28" Type="http://schemas.openxmlformats.org/officeDocument/2006/relationships/image" Target="../media/image131.svg"/><Relationship Id="rId36" Type="http://schemas.openxmlformats.org/officeDocument/2006/relationships/image" Target="../media/image139.svg"/><Relationship Id="rId49" Type="http://schemas.openxmlformats.org/officeDocument/2006/relationships/image" Target="../media/image15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0.svg"/><Relationship Id="rId26" Type="http://schemas.openxmlformats.org/officeDocument/2006/relationships/image" Target="../media/image168.svg"/><Relationship Id="rId39" Type="http://schemas.openxmlformats.org/officeDocument/2006/relationships/image" Target="../media/image181.png"/><Relationship Id="rId21" Type="http://schemas.openxmlformats.org/officeDocument/2006/relationships/image" Target="../media/image163.svg"/><Relationship Id="rId34" Type="http://schemas.openxmlformats.org/officeDocument/2006/relationships/image" Target="../media/image176.svg"/><Relationship Id="rId42" Type="http://schemas.openxmlformats.org/officeDocument/2006/relationships/image" Target="../media/image18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162.png"/><Relationship Id="rId29" Type="http://schemas.openxmlformats.org/officeDocument/2006/relationships/image" Target="../media/image171.svg"/><Relationship Id="rId41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166.png"/><Relationship Id="rId32" Type="http://schemas.openxmlformats.org/officeDocument/2006/relationships/image" Target="../media/image174.svg"/><Relationship Id="rId37" Type="http://schemas.openxmlformats.org/officeDocument/2006/relationships/image" Target="../media/image179.png"/><Relationship Id="rId40" Type="http://schemas.openxmlformats.org/officeDocument/2006/relationships/image" Target="../media/image18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165.svg"/><Relationship Id="rId28" Type="http://schemas.openxmlformats.org/officeDocument/2006/relationships/image" Target="../media/image170.svg"/><Relationship Id="rId36" Type="http://schemas.openxmlformats.org/officeDocument/2006/relationships/image" Target="../media/image178.png"/><Relationship Id="rId10" Type="http://schemas.openxmlformats.org/officeDocument/2006/relationships/image" Target="../media/image8.svg"/><Relationship Id="rId19" Type="http://schemas.openxmlformats.org/officeDocument/2006/relationships/image" Target="../media/image161.svg"/><Relationship Id="rId31" Type="http://schemas.openxmlformats.org/officeDocument/2006/relationships/image" Target="../media/image173.svg"/><Relationship Id="rId44" Type="http://schemas.openxmlformats.org/officeDocument/2006/relationships/image" Target="../media/image25.png"/><Relationship Id="rId4" Type="http://schemas.openxmlformats.org/officeDocument/2006/relationships/image" Target="../media/image158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164.png"/><Relationship Id="rId27" Type="http://schemas.openxmlformats.org/officeDocument/2006/relationships/image" Target="../media/image169.png"/><Relationship Id="rId30" Type="http://schemas.openxmlformats.org/officeDocument/2006/relationships/image" Target="../media/image172.png"/><Relationship Id="rId35" Type="http://schemas.openxmlformats.org/officeDocument/2006/relationships/image" Target="../media/image177.png"/><Relationship Id="rId43" Type="http://schemas.openxmlformats.org/officeDocument/2006/relationships/image" Target="../media/image185.png"/><Relationship Id="rId8" Type="http://schemas.openxmlformats.org/officeDocument/2006/relationships/image" Target="../media/image6.svg"/><Relationship Id="rId3" Type="http://schemas.openxmlformats.org/officeDocument/2006/relationships/image" Target="../media/image28.svg"/><Relationship Id="rId12" Type="http://schemas.openxmlformats.org/officeDocument/2006/relationships/image" Target="../media/image10.svg"/><Relationship Id="rId17" Type="http://schemas.openxmlformats.org/officeDocument/2006/relationships/image" Target="../media/image159.png"/><Relationship Id="rId25" Type="http://schemas.openxmlformats.org/officeDocument/2006/relationships/image" Target="../media/image167.svg"/><Relationship Id="rId33" Type="http://schemas.openxmlformats.org/officeDocument/2006/relationships/image" Target="../media/image175.png"/><Relationship Id="rId38" Type="http://schemas.openxmlformats.org/officeDocument/2006/relationships/image" Target="../media/image18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.png"/><Relationship Id="rId18" Type="http://schemas.openxmlformats.org/officeDocument/2006/relationships/image" Target="../media/image8.svg"/><Relationship Id="rId26" Type="http://schemas.openxmlformats.org/officeDocument/2006/relationships/image" Target="../media/image196.svg"/><Relationship Id="rId39" Type="http://schemas.openxmlformats.org/officeDocument/2006/relationships/image" Target="../media/image208.png"/><Relationship Id="rId21" Type="http://schemas.openxmlformats.org/officeDocument/2006/relationships/image" Target="../media/image11.png"/><Relationship Id="rId34" Type="http://schemas.openxmlformats.org/officeDocument/2006/relationships/image" Target="../media/image203.svg"/><Relationship Id="rId42" Type="http://schemas.openxmlformats.org/officeDocument/2006/relationships/image" Target="../media/image211.png"/><Relationship Id="rId7" Type="http://schemas.openxmlformats.org/officeDocument/2006/relationships/image" Target="../media/image189.png"/><Relationship Id="rId2" Type="http://schemas.openxmlformats.org/officeDocument/2006/relationships/image" Target="../media/image1.png"/><Relationship Id="rId16" Type="http://schemas.openxmlformats.org/officeDocument/2006/relationships/image" Target="../media/image6.svg"/><Relationship Id="rId29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svg"/><Relationship Id="rId11" Type="http://schemas.openxmlformats.org/officeDocument/2006/relationships/image" Target="../media/image193.svg"/><Relationship Id="rId24" Type="http://schemas.openxmlformats.org/officeDocument/2006/relationships/image" Target="../media/image14.svg"/><Relationship Id="rId32" Type="http://schemas.openxmlformats.org/officeDocument/2006/relationships/image" Target="../media/image201.svg"/><Relationship Id="rId37" Type="http://schemas.openxmlformats.org/officeDocument/2006/relationships/image" Target="../media/image206.png"/><Relationship Id="rId40" Type="http://schemas.openxmlformats.org/officeDocument/2006/relationships/image" Target="../media/image209.png"/><Relationship Id="rId45" Type="http://schemas.openxmlformats.org/officeDocument/2006/relationships/image" Target="../media/image25.png"/><Relationship Id="rId5" Type="http://schemas.openxmlformats.org/officeDocument/2006/relationships/image" Target="../media/image187.svg"/><Relationship Id="rId15" Type="http://schemas.openxmlformats.org/officeDocument/2006/relationships/image" Target="../media/image5.png"/><Relationship Id="rId23" Type="http://schemas.openxmlformats.org/officeDocument/2006/relationships/image" Target="../media/image13.png"/><Relationship Id="rId28" Type="http://schemas.openxmlformats.org/officeDocument/2006/relationships/image" Target="../media/image198.svg"/><Relationship Id="rId36" Type="http://schemas.openxmlformats.org/officeDocument/2006/relationships/image" Target="../media/image205.png"/><Relationship Id="rId10" Type="http://schemas.openxmlformats.org/officeDocument/2006/relationships/image" Target="../media/image192.svg"/><Relationship Id="rId19" Type="http://schemas.openxmlformats.org/officeDocument/2006/relationships/image" Target="../media/image9.png"/><Relationship Id="rId31" Type="http://schemas.openxmlformats.org/officeDocument/2006/relationships/image" Target="../media/image200.png"/><Relationship Id="rId44" Type="http://schemas.openxmlformats.org/officeDocument/2006/relationships/image" Target="../media/image213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Relationship Id="rId14" Type="http://schemas.openxmlformats.org/officeDocument/2006/relationships/image" Target="../media/image4.svg"/><Relationship Id="rId22" Type="http://schemas.openxmlformats.org/officeDocument/2006/relationships/image" Target="../media/image12.svg"/><Relationship Id="rId27" Type="http://schemas.openxmlformats.org/officeDocument/2006/relationships/image" Target="../media/image197.svg"/><Relationship Id="rId30" Type="http://schemas.openxmlformats.org/officeDocument/2006/relationships/image" Target="../media/image199.svg"/><Relationship Id="rId35" Type="http://schemas.openxmlformats.org/officeDocument/2006/relationships/image" Target="../media/image204.png"/><Relationship Id="rId43" Type="http://schemas.openxmlformats.org/officeDocument/2006/relationships/image" Target="../media/image212.png"/><Relationship Id="rId8" Type="http://schemas.openxmlformats.org/officeDocument/2006/relationships/image" Target="../media/image190.svg"/><Relationship Id="rId3" Type="http://schemas.openxmlformats.org/officeDocument/2006/relationships/image" Target="../media/image76.svg"/><Relationship Id="rId12" Type="http://schemas.openxmlformats.org/officeDocument/2006/relationships/image" Target="../media/image194.svg"/><Relationship Id="rId17" Type="http://schemas.openxmlformats.org/officeDocument/2006/relationships/image" Target="../media/image7.png"/><Relationship Id="rId25" Type="http://schemas.openxmlformats.org/officeDocument/2006/relationships/image" Target="../media/image195.png"/><Relationship Id="rId33" Type="http://schemas.openxmlformats.org/officeDocument/2006/relationships/image" Target="../media/image202.png"/><Relationship Id="rId38" Type="http://schemas.openxmlformats.org/officeDocument/2006/relationships/image" Target="../media/image207.png"/><Relationship Id="rId20" Type="http://schemas.openxmlformats.org/officeDocument/2006/relationships/image" Target="../media/image10.svg"/><Relationship Id="rId41" Type="http://schemas.openxmlformats.org/officeDocument/2006/relationships/image" Target="../media/image21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svg"/><Relationship Id="rId18" Type="http://schemas.openxmlformats.org/officeDocument/2006/relationships/image" Target="../media/image13.png"/><Relationship Id="rId26" Type="http://schemas.openxmlformats.org/officeDocument/2006/relationships/image" Target="../media/image225.png"/><Relationship Id="rId39" Type="http://schemas.openxmlformats.org/officeDocument/2006/relationships/image" Target="../media/image25.png"/><Relationship Id="rId21" Type="http://schemas.openxmlformats.org/officeDocument/2006/relationships/image" Target="../media/image220.svg"/><Relationship Id="rId34" Type="http://schemas.openxmlformats.org/officeDocument/2006/relationships/image" Target="../media/image233.png"/><Relationship Id="rId42" Type="http://schemas.openxmlformats.org/officeDocument/2006/relationships/image" Target="../media/image240.png"/><Relationship Id="rId7" Type="http://schemas.openxmlformats.org/officeDocument/2006/relationships/image" Target="../media/image218.sv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20" Type="http://schemas.openxmlformats.org/officeDocument/2006/relationships/image" Target="../media/image219.png"/><Relationship Id="rId29" Type="http://schemas.openxmlformats.org/officeDocument/2006/relationships/image" Target="../media/image228.png"/><Relationship Id="rId41" Type="http://schemas.openxmlformats.org/officeDocument/2006/relationships/image" Target="../media/image2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7.png"/><Relationship Id="rId11" Type="http://schemas.openxmlformats.org/officeDocument/2006/relationships/image" Target="../media/image6.svg"/><Relationship Id="rId24" Type="http://schemas.openxmlformats.org/officeDocument/2006/relationships/image" Target="../media/image223.png"/><Relationship Id="rId32" Type="http://schemas.openxmlformats.org/officeDocument/2006/relationships/image" Target="../media/image231.png"/><Relationship Id="rId37" Type="http://schemas.openxmlformats.org/officeDocument/2006/relationships/image" Target="../media/image236.png"/><Relationship Id="rId40" Type="http://schemas.openxmlformats.org/officeDocument/2006/relationships/image" Target="../media/image238.png"/><Relationship Id="rId5" Type="http://schemas.openxmlformats.org/officeDocument/2006/relationships/image" Target="../media/image216.svg"/><Relationship Id="rId15" Type="http://schemas.openxmlformats.org/officeDocument/2006/relationships/image" Target="../media/image10.svg"/><Relationship Id="rId23" Type="http://schemas.openxmlformats.org/officeDocument/2006/relationships/image" Target="../media/image222.svg"/><Relationship Id="rId28" Type="http://schemas.openxmlformats.org/officeDocument/2006/relationships/image" Target="../media/image227.png"/><Relationship Id="rId36" Type="http://schemas.openxmlformats.org/officeDocument/2006/relationships/image" Target="../media/image235.png"/><Relationship Id="rId10" Type="http://schemas.openxmlformats.org/officeDocument/2006/relationships/image" Target="../media/image5.png"/><Relationship Id="rId19" Type="http://schemas.openxmlformats.org/officeDocument/2006/relationships/image" Target="../media/image14.svg"/><Relationship Id="rId31" Type="http://schemas.openxmlformats.org/officeDocument/2006/relationships/image" Target="../media/image230.png"/><Relationship Id="rId4" Type="http://schemas.openxmlformats.org/officeDocument/2006/relationships/image" Target="../media/image215.png"/><Relationship Id="rId9" Type="http://schemas.openxmlformats.org/officeDocument/2006/relationships/image" Target="../media/image4.svg"/><Relationship Id="rId14" Type="http://schemas.openxmlformats.org/officeDocument/2006/relationships/image" Target="../media/image9.png"/><Relationship Id="rId22" Type="http://schemas.openxmlformats.org/officeDocument/2006/relationships/image" Target="../media/image221.png"/><Relationship Id="rId27" Type="http://schemas.openxmlformats.org/officeDocument/2006/relationships/image" Target="../media/image226.svg"/><Relationship Id="rId30" Type="http://schemas.openxmlformats.org/officeDocument/2006/relationships/image" Target="../media/image229.svg"/><Relationship Id="rId35" Type="http://schemas.openxmlformats.org/officeDocument/2006/relationships/image" Target="../media/image234.png"/><Relationship Id="rId8" Type="http://schemas.openxmlformats.org/officeDocument/2006/relationships/image" Target="../media/image3.png"/><Relationship Id="rId3" Type="http://schemas.openxmlformats.org/officeDocument/2006/relationships/image" Target="../media/image214.svg"/><Relationship Id="rId12" Type="http://schemas.openxmlformats.org/officeDocument/2006/relationships/image" Target="../media/image7.png"/><Relationship Id="rId17" Type="http://schemas.openxmlformats.org/officeDocument/2006/relationships/image" Target="../media/image12.svg"/><Relationship Id="rId25" Type="http://schemas.openxmlformats.org/officeDocument/2006/relationships/image" Target="../media/image224.svg"/><Relationship Id="rId33" Type="http://schemas.openxmlformats.org/officeDocument/2006/relationships/image" Target="../media/image232.png"/><Relationship Id="rId38" Type="http://schemas.openxmlformats.org/officeDocument/2006/relationships/image" Target="../media/image2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43.png"/><Relationship Id="rId3" Type="http://schemas.openxmlformats.org/officeDocument/2006/relationships/image" Target="../media/image76.svg"/><Relationship Id="rId21" Type="http://schemas.openxmlformats.org/officeDocument/2006/relationships/image" Target="../media/image245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42.svg"/><Relationship Id="rId2" Type="http://schemas.openxmlformats.org/officeDocument/2006/relationships/image" Target="../media/image1.png"/><Relationship Id="rId16" Type="http://schemas.openxmlformats.org/officeDocument/2006/relationships/image" Target="../media/image241.png"/><Relationship Id="rId20" Type="http://schemas.openxmlformats.org/officeDocument/2006/relationships/image" Target="../media/image2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47.png"/><Relationship Id="rId10" Type="http://schemas.openxmlformats.org/officeDocument/2006/relationships/image" Target="../media/image9.png"/><Relationship Id="rId19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250.png"/><Relationship Id="rId26" Type="http://schemas.openxmlformats.org/officeDocument/2006/relationships/image" Target="../media/image254.png"/><Relationship Id="rId3" Type="http://schemas.openxmlformats.org/officeDocument/2006/relationships/image" Target="../media/image249.svg"/><Relationship Id="rId21" Type="http://schemas.openxmlformats.org/officeDocument/2006/relationships/image" Target="../media/image110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5.png"/><Relationship Id="rId2" Type="http://schemas.openxmlformats.org/officeDocument/2006/relationships/image" Target="../media/image248.png"/><Relationship Id="rId16" Type="http://schemas.openxmlformats.org/officeDocument/2006/relationships/image" Target="../media/image13.png"/><Relationship Id="rId20" Type="http://schemas.openxmlformats.org/officeDocument/2006/relationships/image" Target="../media/image10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253.svg"/><Relationship Id="rId5" Type="http://schemas.openxmlformats.org/officeDocument/2006/relationships/image" Target="../media/image28.svg"/><Relationship Id="rId15" Type="http://schemas.openxmlformats.org/officeDocument/2006/relationships/image" Target="../media/image12.svg"/><Relationship Id="rId23" Type="http://schemas.openxmlformats.org/officeDocument/2006/relationships/image" Target="../media/image252.png"/><Relationship Id="rId10" Type="http://schemas.openxmlformats.org/officeDocument/2006/relationships/image" Target="../media/image7.png"/><Relationship Id="rId19" Type="http://schemas.openxmlformats.org/officeDocument/2006/relationships/image" Target="../media/image251.sv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111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svg"/><Relationship Id="rId18" Type="http://schemas.openxmlformats.org/officeDocument/2006/relationships/image" Target="../media/image9.png"/><Relationship Id="rId26" Type="http://schemas.openxmlformats.org/officeDocument/2006/relationships/image" Target="../media/image265.png"/><Relationship Id="rId3" Type="http://schemas.openxmlformats.org/officeDocument/2006/relationships/image" Target="../media/image28.svg"/><Relationship Id="rId21" Type="http://schemas.openxmlformats.org/officeDocument/2006/relationships/image" Target="../media/image12.svg"/><Relationship Id="rId7" Type="http://schemas.openxmlformats.org/officeDocument/2006/relationships/image" Target="../media/image258.png"/><Relationship Id="rId12" Type="http://schemas.openxmlformats.org/officeDocument/2006/relationships/image" Target="../media/image3.png"/><Relationship Id="rId17" Type="http://schemas.openxmlformats.org/officeDocument/2006/relationships/image" Target="../media/image8.svg"/><Relationship Id="rId25" Type="http://schemas.openxmlformats.org/officeDocument/2006/relationships/image" Target="../media/image264.svg"/><Relationship Id="rId33" Type="http://schemas.openxmlformats.org/officeDocument/2006/relationships/image" Target="../media/image272.png"/><Relationship Id="rId2" Type="http://schemas.openxmlformats.org/officeDocument/2006/relationships/image" Target="../media/image1.png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29" Type="http://schemas.openxmlformats.org/officeDocument/2006/relationships/image" Target="../media/image2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7.svg"/><Relationship Id="rId11" Type="http://schemas.openxmlformats.org/officeDocument/2006/relationships/image" Target="../media/image262.svg"/><Relationship Id="rId24" Type="http://schemas.openxmlformats.org/officeDocument/2006/relationships/image" Target="../media/image263.png"/><Relationship Id="rId32" Type="http://schemas.openxmlformats.org/officeDocument/2006/relationships/image" Target="../media/image271.png"/><Relationship Id="rId5" Type="http://schemas.openxmlformats.org/officeDocument/2006/relationships/image" Target="../media/image256.png"/><Relationship Id="rId15" Type="http://schemas.openxmlformats.org/officeDocument/2006/relationships/image" Target="../media/image6.svg"/><Relationship Id="rId23" Type="http://schemas.openxmlformats.org/officeDocument/2006/relationships/image" Target="../media/image14.svg"/><Relationship Id="rId28" Type="http://schemas.openxmlformats.org/officeDocument/2006/relationships/image" Target="../media/image267.png"/><Relationship Id="rId10" Type="http://schemas.openxmlformats.org/officeDocument/2006/relationships/image" Target="../media/image261.png"/><Relationship Id="rId19" Type="http://schemas.openxmlformats.org/officeDocument/2006/relationships/image" Target="../media/image10.svg"/><Relationship Id="rId31" Type="http://schemas.openxmlformats.org/officeDocument/2006/relationships/image" Target="../media/image270.png"/><Relationship Id="rId4" Type="http://schemas.openxmlformats.org/officeDocument/2006/relationships/image" Target="../media/image255.png"/><Relationship Id="rId9" Type="http://schemas.openxmlformats.org/officeDocument/2006/relationships/image" Target="../media/image260.svg"/><Relationship Id="rId14" Type="http://schemas.openxmlformats.org/officeDocument/2006/relationships/image" Target="../media/image5.png"/><Relationship Id="rId22" Type="http://schemas.openxmlformats.org/officeDocument/2006/relationships/image" Target="../media/image13.png"/><Relationship Id="rId27" Type="http://schemas.openxmlformats.org/officeDocument/2006/relationships/image" Target="../media/image266.png"/><Relationship Id="rId30" Type="http://schemas.openxmlformats.org/officeDocument/2006/relationships/image" Target="../media/image269.png"/><Relationship Id="rId8" Type="http://schemas.openxmlformats.org/officeDocument/2006/relationships/image" Target="../media/image259.sv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3.svg"/><Relationship Id="rId18" Type="http://schemas.openxmlformats.org/officeDocument/2006/relationships/image" Target="../media/image6.svg"/><Relationship Id="rId26" Type="http://schemas.openxmlformats.org/officeDocument/2006/relationships/image" Target="../media/image14.svg"/><Relationship Id="rId39" Type="http://schemas.openxmlformats.org/officeDocument/2006/relationships/image" Target="../media/image292.png"/><Relationship Id="rId21" Type="http://schemas.openxmlformats.org/officeDocument/2006/relationships/image" Target="../media/image9.png"/><Relationship Id="rId34" Type="http://schemas.openxmlformats.org/officeDocument/2006/relationships/image" Target="../media/image288.svg"/><Relationship Id="rId42" Type="http://schemas.openxmlformats.org/officeDocument/2006/relationships/image" Target="../media/image295.png"/><Relationship Id="rId47" Type="http://schemas.openxmlformats.org/officeDocument/2006/relationships/image" Target="../media/image300.png"/><Relationship Id="rId50" Type="http://schemas.openxmlformats.org/officeDocument/2006/relationships/image" Target="../media/image157.png"/><Relationship Id="rId7" Type="http://schemas.openxmlformats.org/officeDocument/2006/relationships/image" Target="../media/image277.svg"/><Relationship Id="rId2" Type="http://schemas.openxmlformats.org/officeDocument/2006/relationships/image" Target="../media/image1.png"/><Relationship Id="rId16" Type="http://schemas.openxmlformats.org/officeDocument/2006/relationships/image" Target="../media/image4.svg"/><Relationship Id="rId29" Type="http://schemas.openxmlformats.org/officeDocument/2006/relationships/image" Target="../media/image285.png"/><Relationship Id="rId11" Type="http://schemas.openxmlformats.org/officeDocument/2006/relationships/image" Target="../media/image281.svg"/><Relationship Id="rId24" Type="http://schemas.openxmlformats.org/officeDocument/2006/relationships/image" Target="../media/image12.svg"/><Relationship Id="rId32" Type="http://schemas.openxmlformats.org/officeDocument/2006/relationships/image" Target="../media/image287.svg"/><Relationship Id="rId37" Type="http://schemas.openxmlformats.org/officeDocument/2006/relationships/image" Target="../media/image290.png"/><Relationship Id="rId40" Type="http://schemas.openxmlformats.org/officeDocument/2006/relationships/image" Target="../media/image293.png"/><Relationship Id="rId45" Type="http://schemas.openxmlformats.org/officeDocument/2006/relationships/image" Target="../media/image298.png"/><Relationship Id="rId53" Type="http://schemas.openxmlformats.org/officeDocument/2006/relationships/image" Target="../media/image302.png"/><Relationship Id="rId5" Type="http://schemas.openxmlformats.org/officeDocument/2006/relationships/image" Target="../media/image275.svg"/><Relationship Id="rId10" Type="http://schemas.openxmlformats.org/officeDocument/2006/relationships/image" Target="../media/image280.png"/><Relationship Id="rId19" Type="http://schemas.openxmlformats.org/officeDocument/2006/relationships/image" Target="../media/image7.png"/><Relationship Id="rId31" Type="http://schemas.openxmlformats.org/officeDocument/2006/relationships/image" Target="../media/image138.png"/><Relationship Id="rId44" Type="http://schemas.openxmlformats.org/officeDocument/2006/relationships/image" Target="../media/image297.png"/><Relationship Id="rId52" Type="http://schemas.openxmlformats.org/officeDocument/2006/relationships/image" Target="../media/image301.png"/><Relationship Id="rId4" Type="http://schemas.openxmlformats.org/officeDocument/2006/relationships/image" Target="../media/image274.png"/><Relationship Id="rId9" Type="http://schemas.openxmlformats.org/officeDocument/2006/relationships/image" Target="../media/image279.svg"/><Relationship Id="rId14" Type="http://schemas.openxmlformats.org/officeDocument/2006/relationships/image" Target="../media/image284.svg"/><Relationship Id="rId22" Type="http://schemas.openxmlformats.org/officeDocument/2006/relationships/image" Target="../media/image10.svg"/><Relationship Id="rId27" Type="http://schemas.openxmlformats.org/officeDocument/2006/relationships/image" Target="../media/image124.png"/><Relationship Id="rId30" Type="http://schemas.openxmlformats.org/officeDocument/2006/relationships/image" Target="../media/image286.svg"/><Relationship Id="rId35" Type="http://schemas.openxmlformats.org/officeDocument/2006/relationships/image" Target="../media/image134.png"/><Relationship Id="rId43" Type="http://schemas.openxmlformats.org/officeDocument/2006/relationships/image" Target="../media/image296.png"/><Relationship Id="rId48" Type="http://schemas.openxmlformats.org/officeDocument/2006/relationships/image" Target="../media/image142.png"/><Relationship Id="rId8" Type="http://schemas.openxmlformats.org/officeDocument/2006/relationships/image" Target="../media/image278.svg"/><Relationship Id="rId51" Type="http://schemas.openxmlformats.org/officeDocument/2006/relationships/image" Target="../media/image140.png"/><Relationship Id="rId3" Type="http://schemas.openxmlformats.org/officeDocument/2006/relationships/image" Target="../media/image273.svg"/><Relationship Id="rId12" Type="http://schemas.openxmlformats.org/officeDocument/2006/relationships/image" Target="../media/image282.png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33" Type="http://schemas.openxmlformats.org/officeDocument/2006/relationships/image" Target="../media/image136.png"/><Relationship Id="rId38" Type="http://schemas.openxmlformats.org/officeDocument/2006/relationships/image" Target="../media/image291.png"/><Relationship Id="rId46" Type="http://schemas.openxmlformats.org/officeDocument/2006/relationships/image" Target="../media/image299.png"/><Relationship Id="rId20" Type="http://schemas.openxmlformats.org/officeDocument/2006/relationships/image" Target="../media/image8.svg"/><Relationship Id="rId41" Type="http://schemas.openxmlformats.org/officeDocument/2006/relationships/image" Target="../media/image2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6.svg"/><Relationship Id="rId15" Type="http://schemas.openxmlformats.org/officeDocument/2006/relationships/image" Target="../media/image3.png"/><Relationship Id="rId23" Type="http://schemas.openxmlformats.org/officeDocument/2006/relationships/image" Target="../media/image11.png"/><Relationship Id="rId28" Type="http://schemas.openxmlformats.org/officeDocument/2006/relationships/image" Target="../media/image125.svg"/><Relationship Id="rId36" Type="http://schemas.openxmlformats.org/officeDocument/2006/relationships/image" Target="../media/image289.svg"/><Relationship Id="rId49" Type="http://schemas.openxmlformats.org/officeDocument/2006/relationships/image" Target="../media/image156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svg"/><Relationship Id="rId18" Type="http://schemas.openxmlformats.org/officeDocument/2006/relationships/image" Target="../media/image307.png"/><Relationship Id="rId26" Type="http://schemas.openxmlformats.org/officeDocument/2006/relationships/image" Target="../media/image315.png"/><Relationship Id="rId39" Type="http://schemas.openxmlformats.org/officeDocument/2006/relationships/image" Target="../media/image327.png"/><Relationship Id="rId21" Type="http://schemas.openxmlformats.org/officeDocument/2006/relationships/image" Target="../media/image310.svg"/><Relationship Id="rId34" Type="http://schemas.openxmlformats.org/officeDocument/2006/relationships/image" Target="../media/image322.png"/><Relationship Id="rId7" Type="http://schemas.openxmlformats.org/officeDocument/2006/relationships/image" Target="../media/image4.svg"/><Relationship Id="rId2" Type="http://schemas.openxmlformats.org/officeDocument/2006/relationships/image" Target="../media/image303.png"/><Relationship Id="rId16" Type="http://schemas.openxmlformats.org/officeDocument/2006/relationships/image" Target="../media/image13.png"/><Relationship Id="rId20" Type="http://schemas.openxmlformats.org/officeDocument/2006/relationships/image" Target="../media/image309.png"/><Relationship Id="rId29" Type="http://schemas.openxmlformats.org/officeDocument/2006/relationships/image" Target="../media/image318.svg"/><Relationship Id="rId41" Type="http://schemas.openxmlformats.org/officeDocument/2006/relationships/image" Target="../media/image3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313.png"/><Relationship Id="rId32" Type="http://schemas.openxmlformats.org/officeDocument/2006/relationships/image" Target="../media/image25.png"/><Relationship Id="rId37" Type="http://schemas.openxmlformats.org/officeDocument/2006/relationships/image" Target="../media/image325.png"/><Relationship Id="rId40" Type="http://schemas.openxmlformats.org/officeDocument/2006/relationships/image" Target="../media/image328.png"/><Relationship Id="rId5" Type="http://schemas.openxmlformats.org/officeDocument/2006/relationships/image" Target="../media/image306.svg"/><Relationship Id="rId15" Type="http://schemas.openxmlformats.org/officeDocument/2006/relationships/image" Target="../media/image12.svg"/><Relationship Id="rId23" Type="http://schemas.openxmlformats.org/officeDocument/2006/relationships/image" Target="../media/image312.svg"/><Relationship Id="rId28" Type="http://schemas.openxmlformats.org/officeDocument/2006/relationships/image" Target="../media/image317.png"/><Relationship Id="rId36" Type="http://schemas.openxmlformats.org/officeDocument/2006/relationships/image" Target="../media/image324.png"/><Relationship Id="rId10" Type="http://schemas.openxmlformats.org/officeDocument/2006/relationships/image" Target="../media/image7.png"/><Relationship Id="rId19" Type="http://schemas.openxmlformats.org/officeDocument/2006/relationships/image" Target="../media/image308.svg"/><Relationship Id="rId31" Type="http://schemas.openxmlformats.org/officeDocument/2006/relationships/image" Target="../media/image320.svg"/><Relationship Id="rId4" Type="http://schemas.openxmlformats.org/officeDocument/2006/relationships/image" Target="../media/image305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311.png"/><Relationship Id="rId27" Type="http://schemas.openxmlformats.org/officeDocument/2006/relationships/image" Target="../media/image316.svg"/><Relationship Id="rId30" Type="http://schemas.openxmlformats.org/officeDocument/2006/relationships/image" Target="../media/image319.png"/><Relationship Id="rId35" Type="http://schemas.openxmlformats.org/officeDocument/2006/relationships/image" Target="../media/image323.png"/><Relationship Id="rId8" Type="http://schemas.openxmlformats.org/officeDocument/2006/relationships/image" Target="../media/image5.png"/><Relationship Id="rId3" Type="http://schemas.openxmlformats.org/officeDocument/2006/relationships/image" Target="../media/image30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314.svg"/><Relationship Id="rId33" Type="http://schemas.openxmlformats.org/officeDocument/2006/relationships/image" Target="../media/image321.png"/><Relationship Id="rId38" Type="http://schemas.openxmlformats.org/officeDocument/2006/relationships/image" Target="../media/image3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332.png"/><Relationship Id="rId3" Type="http://schemas.openxmlformats.org/officeDocument/2006/relationships/image" Target="../media/image76.svg"/><Relationship Id="rId21" Type="http://schemas.openxmlformats.org/officeDocument/2006/relationships/image" Target="../media/image334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338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337.png"/><Relationship Id="rId5" Type="http://schemas.openxmlformats.org/officeDocument/2006/relationships/image" Target="../media/image331.svg"/><Relationship Id="rId15" Type="http://schemas.openxmlformats.org/officeDocument/2006/relationships/image" Target="../media/image12.svg"/><Relationship Id="rId23" Type="http://schemas.openxmlformats.org/officeDocument/2006/relationships/image" Target="../media/image336.png"/><Relationship Id="rId10" Type="http://schemas.openxmlformats.org/officeDocument/2006/relationships/image" Target="../media/image7.png"/><Relationship Id="rId19" Type="http://schemas.openxmlformats.org/officeDocument/2006/relationships/image" Target="../media/image333.png"/><Relationship Id="rId4" Type="http://schemas.openxmlformats.org/officeDocument/2006/relationships/image" Target="../media/image330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335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svg"/><Relationship Id="rId18" Type="http://schemas.openxmlformats.org/officeDocument/2006/relationships/image" Target="../media/image11.png"/><Relationship Id="rId26" Type="http://schemas.openxmlformats.org/officeDocument/2006/relationships/image" Target="../media/image348.svg"/><Relationship Id="rId39" Type="http://schemas.openxmlformats.org/officeDocument/2006/relationships/image" Target="../media/image360.png"/><Relationship Id="rId21" Type="http://schemas.openxmlformats.org/officeDocument/2006/relationships/image" Target="../media/image14.svg"/><Relationship Id="rId34" Type="http://schemas.openxmlformats.org/officeDocument/2006/relationships/image" Target="../media/image355.png"/><Relationship Id="rId42" Type="http://schemas.openxmlformats.org/officeDocument/2006/relationships/image" Target="../media/image363.png"/><Relationship Id="rId7" Type="http://schemas.openxmlformats.org/officeDocument/2006/relationships/image" Target="../media/image342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9" Type="http://schemas.openxmlformats.org/officeDocument/2006/relationships/image" Target="../media/image3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1.png"/><Relationship Id="rId11" Type="http://schemas.openxmlformats.org/officeDocument/2006/relationships/image" Target="../media/image4.svg"/><Relationship Id="rId24" Type="http://schemas.openxmlformats.org/officeDocument/2006/relationships/image" Target="../media/image191.png"/><Relationship Id="rId32" Type="http://schemas.openxmlformats.org/officeDocument/2006/relationships/image" Target="../media/image175.png"/><Relationship Id="rId37" Type="http://schemas.openxmlformats.org/officeDocument/2006/relationships/image" Target="../media/image358.png"/><Relationship Id="rId40" Type="http://schemas.openxmlformats.org/officeDocument/2006/relationships/image" Target="../media/image361.png"/><Relationship Id="rId45" Type="http://schemas.openxmlformats.org/officeDocument/2006/relationships/image" Target="../media/image366.png"/><Relationship Id="rId5" Type="http://schemas.openxmlformats.org/officeDocument/2006/relationships/image" Target="../media/image340.svg"/><Relationship Id="rId15" Type="http://schemas.openxmlformats.org/officeDocument/2006/relationships/image" Target="../media/image8.svg"/><Relationship Id="rId23" Type="http://schemas.openxmlformats.org/officeDocument/2006/relationships/image" Target="../media/image346.svg"/><Relationship Id="rId28" Type="http://schemas.openxmlformats.org/officeDocument/2006/relationships/image" Target="../media/image350.png"/><Relationship Id="rId36" Type="http://schemas.openxmlformats.org/officeDocument/2006/relationships/image" Target="../media/image357.png"/><Relationship Id="rId10" Type="http://schemas.openxmlformats.org/officeDocument/2006/relationships/image" Target="../media/image3.png"/><Relationship Id="rId19" Type="http://schemas.openxmlformats.org/officeDocument/2006/relationships/image" Target="../media/image12.svg"/><Relationship Id="rId31" Type="http://schemas.openxmlformats.org/officeDocument/2006/relationships/image" Target="../media/image353.svg"/><Relationship Id="rId44" Type="http://schemas.openxmlformats.org/officeDocument/2006/relationships/image" Target="../media/image365.png"/><Relationship Id="rId4" Type="http://schemas.openxmlformats.org/officeDocument/2006/relationships/image" Target="../media/image339.png"/><Relationship Id="rId9" Type="http://schemas.openxmlformats.org/officeDocument/2006/relationships/image" Target="../media/image344.svg"/><Relationship Id="rId14" Type="http://schemas.openxmlformats.org/officeDocument/2006/relationships/image" Target="../media/image7.png"/><Relationship Id="rId22" Type="http://schemas.openxmlformats.org/officeDocument/2006/relationships/image" Target="../media/image345.png"/><Relationship Id="rId27" Type="http://schemas.openxmlformats.org/officeDocument/2006/relationships/image" Target="../media/image349.svg"/><Relationship Id="rId30" Type="http://schemas.openxmlformats.org/officeDocument/2006/relationships/image" Target="../media/image352.png"/><Relationship Id="rId35" Type="http://schemas.openxmlformats.org/officeDocument/2006/relationships/image" Target="../media/image356.svg"/><Relationship Id="rId43" Type="http://schemas.openxmlformats.org/officeDocument/2006/relationships/image" Target="../media/image364.png"/><Relationship Id="rId8" Type="http://schemas.openxmlformats.org/officeDocument/2006/relationships/image" Target="../media/image343.png"/><Relationship Id="rId3" Type="http://schemas.openxmlformats.org/officeDocument/2006/relationships/image" Target="../media/image76.svg"/><Relationship Id="rId12" Type="http://schemas.openxmlformats.org/officeDocument/2006/relationships/image" Target="../media/image5.png"/><Relationship Id="rId17" Type="http://schemas.openxmlformats.org/officeDocument/2006/relationships/image" Target="../media/image10.svg"/><Relationship Id="rId25" Type="http://schemas.openxmlformats.org/officeDocument/2006/relationships/image" Target="../media/image347.svg"/><Relationship Id="rId33" Type="http://schemas.openxmlformats.org/officeDocument/2006/relationships/image" Target="../media/image354.svg"/><Relationship Id="rId38" Type="http://schemas.openxmlformats.org/officeDocument/2006/relationships/image" Target="../media/image359.png"/><Relationship Id="rId46" Type="http://schemas.openxmlformats.org/officeDocument/2006/relationships/image" Target="../media/image25.png"/><Relationship Id="rId20" Type="http://schemas.openxmlformats.org/officeDocument/2006/relationships/image" Target="../media/image13.png"/><Relationship Id="rId41" Type="http://schemas.openxmlformats.org/officeDocument/2006/relationships/image" Target="../media/image3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79.png"/><Relationship Id="rId26" Type="http://schemas.openxmlformats.org/officeDocument/2006/relationships/image" Target="../media/image372.png"/><Relationship Id="rId39" Type="http://schemas.openxmlformats.org/officeDocument/2006/relationships/image" Target="../media/image100.png"/><Relationship Id="rId21" Type="http://schemas.openxmlformats.org/officeDocument/2006/relationships/image" Target="../media/image82.png"/><Relationship Id="rId34" Type="http://schemas.openxmlformats.org/officeDocument/2006/relationships/image" Target="../media/image376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370.svg"/><Relationship Id="rId25" Type="http://schemas.openxmlformats.org/officeDocument/2006/relationships/image" Target="../media/image86.png"/><Relationship Id="rId33" Type="http://schemas.openxmlformats.org/officeDocument/2006/relationships/image" Target="../media/image375.png"/><Relationship Id="rId38" Type="http://schemas.openxmlformats.org/officeDocument/2006/relationships/image" Target="../media/image380.png"/><Relationship Id="rId2" Type="http://schemas.openxmlformats.org/officeDocument/2006/relationships/image" Target="../media/image1.png"/><Relationship Id="rId16" Type="http://schemas.openxmlformats.org/officeDocument/2006/relationships/image" Target="../media/image369.png"/><Relationship Id="rId20" Type="http://schemas.openxmlformats.org/officeDocument/2006/relationships/image" Target="../media/image371.svg"/><Relationship Id="rId29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85.svg"/><Relationship Id="rId32" Type="http://schemas.openxmlformats.org/officeDocument/2006/relationships/image" Target="../media/image93.svg"/><Relationship Id="rId37" Type="http://schemas.openxmlformats.org/officeDocument/2006/relationships/image" Target="../media/image379.png"/><Relationship Id="rId40" Type="http://schemas.openxmlformats.org/officeDocument/2006/relationships/image" Target="../media/image381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84.png"/><Relationship Id="rId28" Type="http://schemas.openxmlformats.org/officeDocument/2006/relationships/image" Target="../media/image374.png"/><Relationship Id="rId36" Type="http://schemas.openxmlformats.org/officeDocument/2006/relationships/image" Target="../media/image378.png"/><Relationship Id="rId10" Type="http://schemas.openxmlformats.org/officeDocument/2006/relationships/image" Target="../media/image9.png"/><Relationship Id="rId19" Type="http://schemas.openxmlformats.org/officeDocument/2006/relationships/image" Target="../media/image80.svg"/><Relationship Id="rId31" Type="http://schemas.openxmlformats.org/officeDocument/2006/relationships/image" Target="../media/image92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83.svg"/><Relationship Id="rId27" Type="http://schemas.openxmlformats.org/officeDocument/2006/relationships/image" Target="../media/image373.png"/><Relationship Id="rId30" Type="http://schemas.openxmlformats.org/officeDocument/2006/relationships/image" Target="../media/image91.svg"/><Relationship Id="rId35" Type="http://schemas.openxmlformats.org/officeDocument/2006/relationships/image" Target="../media/image377.png"/><Relationship Id="rId8" Type="http://schemas.openxmlformats.org/officeDocument/2006/relationships/image" Target="../media/image7.png"/><Relationship Id="rId3" Type="http://schemas.openxmlformats.org/officeDocument/2006/relationships/image" Target="../media/image7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11.svg"/><Relationship Id="rId3" Type="http://schemas.openxmlformats.org/officeDocument/2006/relationships/image" Target="../media/image2.svg"/><Relationship Id="rId21" Type="http://schemas.openxmlformats.org/officeDocument/2006/relationships/image" Target="../media/image385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383.svg"/><Relationship Id="rId2" Type="http://schemas.openxmlformats.org/officeDocument/2006/relationships/image" Target="../media/image1.png"/><Relationship Id="rId16" Type="http://schemas.openxmlformats.org/officeDocument/2006/relationships/image" Target="../media/image382.png"/><Relationship Id="rId20" Type="http://schemas.openxmlformats.org/officeDocument/2006/relationships/image" Target="../media/image3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3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61000" y="6337300"/>
            <a:ext cx="1219200" cy="121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59800" y="6337300"/>
            <a:ext cx="1206500" cy="1206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261600" y="6972300"/>
            <a:ext cx="711200" cy="622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633200" y="6477000"/>
            <a:ext cx="939800" cy="939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62800" y="6781800"/>
            <a:ext cx="1016000" cy="1016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73400" y="3683000"/>
            <a:ext cx="121412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7200" y="4610100"/>
            <a:ext cx="173863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58900" y="8089900"/>
            <a:ext cx="1028700" cy="91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86400" y="8191500"/>
            <a:ext cx="11874500" cy="106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86400" y="4648200"/>
            <a:ext cx="11874500" cy="1066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86400" y="5829300"/>
            <a:ext cx="11874500" cy="1066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86400" y="7010400"/>
            <a:ext cx="11874500" cy="1066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86400" y="3467100"/>
            <a:ext cx="11874500" cy="1066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0900" y="3784600"/>
            <a:ext cx="482600" cy="482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0900" y="4953000"/>
            <a:ext cx="482600" cy="482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0900" y="6134100"/>
            <a:ext cx="482600" cy="482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0900" y="7315200"/>
            <a:ext cx="482600" cy="482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0900" y="8496300"/>
            <a:ext cx="482600" cy="482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31000" y="3784600"/>
            <a:ext cx="1701800" cy="482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24900" y="3784600"/>
            <a:ext cx="8140700" cy="482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31000" y="4940300"/>
            <a:ext cx="1701800" cy="482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4900" y="4737100"/>
            <a:ext cx="8140700" cy="889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31000" y="6121400"/>
            <a:ext cx="1701800" cy="482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24900" y="6121400"/>
            <a:ext cx="8140700" cy="482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31000" y="7302500"/>
            <a:ext cx="1701800" cy="482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724900" y="7302500"/>
            <a:ext cx="8140700" cy="482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31000" y="8483600"/>
            <a:ext cx="1701800" cy="48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24900" y="8458200"/>
            <a:ext cx="8140700" cy="482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20800" y="1981200"/>
            <a:ext cx="3606800" cy="825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20800" y="2641600"/>
            <a:ext cx="36068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58900" y="8089900"/>
            <a:ext cx="1028700" cy="91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7600" y="2959100"/>
            <a:ext cx="5283200" cy="4826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87200" y="2959100"/>
            <a:ext cx="5283200" cy="4826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0800" y="1981200"/>
            <a:ext cx="36068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0800" y="2641600"/>
            <a:ext cx="3606800" cy="1625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97600" y="8343900"/>
            <a:ext cx="109728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6700" y="3238500"/>
            <a:ext cx="9474200" cy="601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7100" y="4711700"/>
            <a:ext cx="6553200" cy="455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67700" y="3657600"/>
            <a:ext cx="8712200" cy="889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67700" y="4724400"/>
            <a:ext cx="8712200" cy="411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64600" y="5715000"/>
            <a:ext cx="7454900" cy="5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64600" y="6413500"/>
            <a:ext cx="74549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64600" y="7112000"/>
            <a:ext cx="7454900" cy="50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64600" y="7810500"/>
            <a:ext cx="74549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25100" y="3860800"/>
            <a:ext cx="4584700" cy="482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64600" y="5168900"/>
            <a:ext cx="2451100" cy="444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98300" y="5181600"/>
            <a:ext cx="4572000" cy="406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64600" y="5854700"/>
            <a:ext cx="2451100" cy="444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798300" y="5880100"/>
            <a:ext cx="4572000" cy="40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64600" y="6553200"/>
            <a:ext cx="2451100" cy="444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798300" y="6578600"/>
            <a:ext cx="4572000" cy="406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864600" y="7251700"/>
            <a:ext cx="2451100" cy="444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798300" y="7277100"/>
            <a:ext cx="4572000" cy="406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864600" y="7937500"/>
            <a:ext cx="2451100" cy="444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798300" y="7962900"/>
            <a:ext cx="4572000" cy="40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1400" y="3238500"/>
            <a:ext cx="8216900" cy="1358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318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9800" y="3238500"/>
            <a:ext cx="8064500" cy="513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06800" y="3238500"/>
            <a:ext cx="2717800" cy="137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71000" y="3238500"/>
            <a:ext cx="8064500" cy="513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938000" y="3238500"/>
            <a:ext cx="2717800" cy="1371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23300" y="3606800"/>
            <a:ext cx="1041400" cy="1041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10600" y="3911600"/>
            <a:ext cx="1079500" cy="40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72100" y="1638300"/>
            <a:ext cx="7543800" cy="1384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16300" y="3416300"/>
            <a:ext cx="3111500" cy="88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47500" y="3416300"/>
            <a:ext cx="3111500" cy="889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57300" y="5181600"/>
            <a:ext cx="7416800" cy="876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57300" y="6121400"/>
            <a:ext cx="7416800" cy="876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57300" y="7061200"/>
            <a:ext cx="7416800" cy="876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87500" y="5410200"/>
            <a:ext cx="6769100" cy="406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87500" y="6350000"/>
            <a:ext cx="6769100" cy="40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87500" y="7289800"/>
            <a:ext cx="67691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88500" y="5181600"/>
            <a:ext cx="7416800" cy="876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588500" y="6121400"/>
            <a:ext cx="7416800" cy="876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588500" y="7061200"/>
            <a:ext cx="7416800" cy="876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18700" y="5410200"/>
            <a:ext cx="6769100" cy="406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18700" y="6350000"/>
            <a:ext cx="6769100" cy="40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918700" y="7289800"/>
            <a:ext cx="6769100" cy="406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540500" y="685800"/>
            <a:ext cx="5207000" cy="381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39800" y="8661400"/>
            <a:ext cx="16408400" cy="939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994400" y="8864600"/>
            <a:ext cx="5994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8509000" cy="9448800"/>
          </a:xfrm>
          <a:prstGeom prst="rect">
            <a:avLst/>
          </a:prstGeom>
          <a:effectLst>
            <a:outerShdw blurRad="425291" dist="327147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0" y="419100"/>
            <a:ext cx="8509000" cy="9448800"/>
          </a:xfrm>
          <a:prstGeom prst="rect">
            <a:avLst/>
          </a:prstGeom>
          <a:effectLst>
            <a:outerShdw blurRad="425291" dist="327147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419100"/>
            <a:ext cx="8509000" cy="93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71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727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83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7400" y="749300"/>
            <a:ext cx="7835900" cy="8788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80800" y="647700"/>
            <a:ext cx="4216400" cy="46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58600" y="685800"/>
            <a:ext cx="3848100" cy="381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5700" y="2044700"/>
            <a:ext cx="7137400" cy="1384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20300" y="7404100"/>
            <a:ext cx="7137400" cy="135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47200" y="3632200"/>
            <a:ext cx="8445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100" y="4267200"/>
            <a:ext cx="4267200" cy="1816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8400" y="4267200"/>
            <a:ext cx="42672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9700" y="4267200"/>
            <a:ext cx="42672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93700" y="4267200"/>
            <a:ext cx="4267200" cy="181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4700" y="3898900"/>
            <a:ext cx="787400" cy="787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4655800" y="4610100"/>
            <a:ext cx="1130300" cy="1130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53200" y="4610100"/>
            <a:ext cx="1117600" cy="1117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628900" y="4737100"/>
            <a:ext cx="863600" cy="863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693400" y="4686300"/>
            <a:ext cx="965200" cy="965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308100" y="3898900"/>
            <a:ext cx="787400" cy="787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359400" y="3898900"/>
            <a:ext cx="787400" cy="787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410700" y="3898900"/>
            <a:ext cx="787400" cy="787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487400" y="4064000"/>
            <a:ext cx="762000" cy="444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0800" y="4064000"/>
            <a:ext cx="762000" cy="444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68400" y="7924800"/>
            <a:ext cx="3683000" cy="711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68400" y="7327900"/>
            <a:ext cx="3683000" cy="482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270500" y="7924800"/>
            <a:ext cx="3683000" cy="1041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270500" y="7327900"/>
            <a:ext cx="3683000" cy="482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372600" y="7924800"/>
            <a:ext cx="3683000" cy="711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372600" y="7327900"/>
            <a:ext cx="3683000" cy="48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3487400" y="7924800"/>
            <a:ext cx="3683000" cy="711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3487400" y="7327900"/>
            <a:ext cx="3683000" cy="4826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752600" y="3225800"/>
            <a:ext cx="14439900" cy="406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68400" y="6489700"/>
            <a:ext cx="3683000" cy="482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270500" y="6489700"/>
            <a:ext cx="3683000" cy="482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372600" y="6489700"/>
            <a:ext cx="3683000" cy="482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3487400" y="6489700"/>
            <a:ext cx="3683000" cy="4826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372100" y="4064000"/>
            <a:ext cx="762000" cy="4445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436100" y="4064000"/>
            <a:ext cx="762000" cy="444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400" y="3238500"/>
            <a:ext cx="6032500" cy="603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7100" y="3238500"/>
            <a:ext cx="4851400" cy="289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45200" y="3238500"/>
            <a:ext cx="4851400" cy="2895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45200" y="6362700"/>
            <a:ext cx="4851400" cy="2908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7100" y="6362700"/>
            <a:ext cx="4851400" cy="2908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01200" y="3733800"/>
            <a:ext cx="901700" cy="901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52000" y="3771900"/>
            <a:ext cx="812800" cy="812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601200" y="6858000"/>
            <a:ext cx="901700" cy="901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664700" y="6921500"/>
            <a:ext cx="787400" cy="787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83100" y="3733800"/>
            <a:ext cx="901700" cy="901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546600" y="3797300"/>
            <a:ext cx="762000" cy="762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483100" y="6858000"/>
            <a:ext cx="901700" cy="901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635500" y="7010400"/>
            <a:ext cx="596900" cy="596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38900" y="3733800"/>
            <a:ext cx="2692400" cy="889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38900" y="4914900"/>
            <a:ext cx="4064000" cy="1041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438900" y="6858000"/>
            <a:ext cx="2692400" cy="482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38900" y="8039100"/>
            <a:ext cx="4064000" cy="1041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33500" y="3733800"/>
            <a:ext cx="2692400" cy="889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333500" y="4914900"/>
            <a:ext cx="4064000" cy="711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333500" y="6858000"/>
            <a:ext cx="2692400" cy="889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33500" y="8039100"/>
            <a:ext cx="4064000" cy="711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3238500"/>
            <a:ext cx="5321300" cy="603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9700" y="3238500"/>
            <a:ext cx="5321300" cy="6032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39600" y="3238500"/>
            <a:ext cx="5321300" cy="603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1500" y="5181600"/>
            <a:ext cx="965200" cy="965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61400" y="5181600"/>
            <a:ext cx="965200" cy="965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11300" y="5181600"/>
            <a:ext cx="965200" cy="965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20800" y="3644900"/>
            <a:ext cx="4559300" cy="88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70700" y="3644900"/>
            <a:ext cx="4559300" cy="88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420600" y="3644900"/>
            <a:ext cx="4559300" cy="889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213100" y="5283200"/>
            <a:ext cx="762000" cy="762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851900" y="5372100"/>
            <a:ext cx="596900" cy="596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4414500" y="5359400"/>
            <a:ext cx="558800" cy="609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892300" y="3835400"/>
            <a:ext cx="3416300" cy="482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85900" y="6934200"/>
            <a:ext cx="4203700" cy="482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85900" y="7810500"/>
            <a:ext cx="4203700" cy="1041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70700" y="6934200"/>
            <a:ext cx="4559300" cy="482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70700" y="7810500"/>
            <a:ext cx="4559300" cy="1041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2420600" y="6934200"/>
            <a:ext cx="4559300" cy="482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420600" y="7810500"/>
            <a:ext cx="4559300" cy="1041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42200" y="3835400"/>
            <a:ext cx="3416300" cy="48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992100" y="3848100"/>
            <a:ext cx="3416300" cy="482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6007100"/>
            <a:ext cx="7950200" cy="8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6934200"/>
            <a:ext cx="79502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7861300"/>
            <a:ext cx="79502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10700" y="3238500"/>
            <a:ext cx="7937500" cy="6019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5080000"/>
            <a:ext cx="79502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08100" y="5372100"/>
            <a:ext cx="228600" cy="228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08100" y="6299200"/>
            <a:ext cx="228600" cy="228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308100" y="7239000"/>
            <a:ext cx="228600" cy="22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308100" y="8166100"/>
            <a:ext cx="228600" cy="228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42500" y="3594100"/>
            <a:ext cx="7073900" cy="532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5138400" y="5080000"/>
            <a:ext cx="1981200" cy="90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72100" y="1714500"/>
            <a:ext cx="7543800" cy="1384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08100" y="3238500"/>
            <a:ext cx="7010400" cy="482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08100" y="3911600"/>
            <a:ext cx="7340600" cy="1041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66900" y="5308600"/>
            <a:ext cx="36703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66900" y="6210300"/>
            <a:ext cx="3670300" cy="406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866900" y="7150100"/>
            <a:ext cx="3670300" cy="406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866900" y="8077200"/>
            <a:ext cx="3670300" cy="406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240000" y="5143500"/>
            <a:ext cx="1892300" cy="762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8801100"/>
            <a:ext cx="7950200" cy="825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308100" y="9093200"/>
            <a:ext cx="228600" cy="228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866900" y="9004300"/>
            <a:ext cx="36703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8300" y="5321300"/>
            <a:ext cx="1447800" cy="144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77400" y="4826000"/>
            <a:ext cx="7658100" cy="441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31400" y="3314700"/>
            <a:ext cx="6769100" cy="482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31400" y="3911600"/>
            <a:ext cx="72390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0600" y="3911600"/>
            <a:ext cx="78105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5537200" cy="5537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049500" y="7429500"/>
            <a:ext cx="19304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87500" y="65405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287500" y="79756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5773400" y="6540500"/>
            <a:ext cx="2540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217400" y="6210300"/>
            <a:ext cx="2654300" cy="914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20800" y="2641600"/>
            <a:ext cx="11899900" cy="299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876300"/>
            <a:ext cx="80899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" y="1917700"/>
            <a:ext cx="5321300" cy="7366000"/>
          </a:xfrm>
          <a:prstGeom prst="rect">
            <a:avLst/>
          </a:prstGeom>
          <a:effectLst>
            <a:outerShdw blurRad="265748" dist="204421" dir="4020000">
              <a:srgbClr val="000000">
                <a:alpha val="3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1917700"/>
            <a:ext cx="10756900" cy="3505200"/>
          </a:xfrm>
          <a:prstGeom prst="rect">
            <a:avLst/>
          </a:prstGeom>
          <a:effectLst>
            <a:outerShdw blurRad="262890" dist="134815" dir="4020000">
              <a:srgbClr val="000000">
                <a:alpha val="2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5765800"/>
            <a:ext cx="10756900" cy="3505200"/>
          </a:xfrm>
          <a:prstGeom prst="rect">
            <a:avLst/>
          </a:prstGeom>
          <a:effectLst>
            <a:outerShdw blurRad="262890" dist="134815" dir="4020000">
              <a:srgbClr val="000000">
                <a:alpha val="2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32500" y="5194300"/>
            <a:ext cx="8001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041900" y="2400300"/>
            <a:ext cx="596900" cy="59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49400" y="2374900"/>
            <a:ext cx="4089400" cy="647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49400" y="3276600"/>
            <a:ext cx="4089400" cy="1016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60500" y="5257800"/>
            <a:ext cx="4165600" cy="3759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40600" y="2374900"/>
            <a:ext cx="97536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40600" y="3276600"/>
            <a:ext cx="9753600" cy="1663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40600" y="6223000"/>
            <a:ext cx="9753600" cy="647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40600" y="7124700"/>
            <a:ext cx="97536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933700" y="2768600"/>
            <a:ext cx="11557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2933700" y="3987800"/>
            <a:ext cx="1155700" cy="209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2933700" y="5194300"/>
            <a:ext cx="1155700" cy="209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2933700" y="6413500"/>
            <a:ext cx="1155700" cy="209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2933700" y="7632700"/>
            <a:ext cx="1155700" cy="209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-279400" y="6159500"/>
            <a:ext cx="4025900" cy="139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0" y="3238500"/>
            <a:ext cx="12598400" cy="1155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0" y="4457700"/>
            <a:ext cx="12598400" cy="1155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2500" y="5676900"/>
            <a:ext cx="125984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0" y="6883400"/>
            <a:ext cx="12598400" cy="1155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0" y="8102600"/>
            <a:ext cx="12598400" cy="1155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08100" y="3416300"/>
            <a:ext cx="787400" cy="787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308100" y="4635500"/>
            <a:ext cx="787400" cy="787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308100" y="5854700"/>
            <a:ext cx="787400" cy="787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08100" y="7073900"/>
            <a:ext cx="787400" cy="787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08100" y="8293100"/>
            <a:ext cx="787400" cy="787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86400" y="3492500"/>
            <a:ext cx="11455400" cy="711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730500" y="3378200"/>
            <a:ext cx="1447800" cy="889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486400" y="4826000"/>
            <a:ext cx="11455400" cy="40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730500" y="4584700"/>
            <a:ext cx="1447800" cy="889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86400" y="6045200"/>
            <a:ext cx="11455400" cy="406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730500" y="5803900"/>
            <a:ext cx="1447800" cy="889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486400" y="7264400"/>
            <a:ext cx="11455400" cy="406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30500" y="7023100"/>
            <a:ext cx="1447800" cy="889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486400" y="8470900"/>
            <a:ext cx="11455400" cy="406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730500" y="8445500"/>
            <a:ext cx="1447800" cy="482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320800" y="3581400"/>
            <a:ext cx="762000" cy="444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320800" y="4800600"/>
            <a:ext cx="762000" cy="4445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320800" y="6019800"/>
            <a:ext cx="762000" cy="444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320800" y="7226300"/>
            <a:ext cx="762000" cy="444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320800" y="8445500"/>
            <a:ext cx="762000" cy="4445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4876800"/>
          </a:xfrm>
          <a:prstGeom prst="rect">
            <a:avLst/>
          </a:prstGeom>
          <a:effectLst>
            <a:outerShdw blurRad="243840" dist="187569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5613400"/>
            <a:ext cx="17386300" cy="4254500"/>
          </a:xfrm>
          <a:prstGeom prst="rect">
            <a:avLst/>
          </a:prstGeom>
          <a:effectLst>
            <a:outerShdw blurRad="212408" dist="163390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79500" y="3886200"/>
            <a:ext cx="1358900" cy="63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-120000">
            <a:off x="2933700" y="7975600"/>
            <a:ext cx="5930900" cy="76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-239999">
            <a:off x="9410700" y="7620000"/>
            <a:ext cx="6883400" cy="7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41600" y="7937500"/>
            <a:ext cx="393700" cy="393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40800" y="7696200"/>
            <a:ext cx="393700" cy="393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6332200" y="7200900"/>
            <a:ext cx="393700" cy="393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35200" y="8547100"/>
            <a:ext cx="14998700" cy="63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766300" y="2832100"/>
            <a:ext cx="7416800" cy="1206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47900" y="7543800"/>
            <a:ext cx="1168400" cy="304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9800" y="7289800"/>
            <a:ext cx="1168400" cy="304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938500" y="6870700"/>
            <a:ext cx="1168400" cy="304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247900" y="8788400"/>
            <a:ext cx="11684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59800" y="8788400"/>
            <a:ext cx="1168400" cy="406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970000" y="8788400"/>
            <a:ext cx="3136900" cy="406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41400" y="6350000"/>
            <a:ext cx="1993900" cy="482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41400" y="2044700"/>
            <a:ext cx="44704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100" y="6337300"/>
            <a:ext cx="4737100" cy="292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100" y="3238500"/>
            <a:ext cx="4737100" cy="2921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0" y="3517900"/>
            <a:ext cx="11074400" cy="2933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6819900"/>
            <a:ext cx="11074400" cy="2108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3500" y="4318000"/>
            <a:ext cx="3949700" cy="711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33500" y="3733800"/>
            <a:ext cx="3949700" cy="482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33500" y="7416800"/>
            <a:ext cx="3949700" cy="711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33500" y="6819900"/>
            <a:ext cx="39497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6362700"/>
            <a:ext cx="8064500" cy="290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1000" y="3238500"/>
            <a:ext cx="8064500" cy="290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1000" y="6362700"/>
            <a:ext cx="8064500" cy="2908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3238500"/>
            <a:ext cx="8064500" cy="2908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0" y="5232400"/>
            <a:ext cx="2032000" cy="203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83500" y="4787900"/>
            <a:ext cx="2921000" cy="292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55000" y="5359400"/>
            <a:ext cx="1778000" cy="1778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43800" y="4699000"/>
            <a:ext cx="965200" cy="965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543800" y="6845300"/>
            <a:ext cx="965200" cy="965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79000" y="4699000"/>
            <a:ext cx="965200" cy="965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79000" y="6845300"/>
            <a:ext cx="965200" cy="965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759700" y="7048500"/>
            <a:ext cx="546100" cy="546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670800" y="4813300"/>
            <a:ext cx="723900" cy="723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969500" y="4876800"/>
            <a:ext cx="596900" cy="596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956800" y="7023100"/>
            <a:ext cx="596900" cy="596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382000" y="6007100"/>
            <a:ext cx="1524000" cy="482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22400" y="3695700"/>
            <a:ext cx="5753100" cy="482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22400" y="4279900"/>
            <a:ext cx="5753100" cy="711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112500" y="3695700"/>
            <a:ext cx="5753100" cy="482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985500" y="4279900"/>
            <a:ext cx="6019800" cy="711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22400" y="7493000"/>
            <a:ext cx="5753100" cy="482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22400" y="8089900"/>
            <a:ext cx="5753100" cy="711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112500" y="7493000"/>
            <a:ext cx="5753100" cy="482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112500" y="8089900"/>
            <a:ext cx="5753100" cy="7112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1282700"/>
            <a:ext cx="10629900" cy="8521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55600"/>
            <a:ext cx="90551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318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9800" y="3238500"/>
            <a:ext cx="8064500" cy="4965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06800" y="3238500"/>
            <a:ext cx="2717800" cy="137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71000" y="3238500"/>
            <a:ext cx="8064500" cy="496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938000" y="3238500"/>
            <a:ext cx="2717800" cy="1371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23300" y="3606800"/>
            <a:ext cx="1041400" cy="1041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10600" y="3911600"/>
            <a:ext cx="1079500" cy="40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72100" y="2044700"/>
            <a:ext cx="75438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16300" y="3606800"/>
            <a:ext cx="3111500" cy="482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47500" y="3606800"/>
            <a:ext cx="3111500" cy="482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57300" y="4914900"/>
            <a:ext cx="7416800" cy="876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57300" y="5854700"/>
            <a:ext cx="7416800" cy="876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57300" y="6794500"/>
            <a:ext cx="7416800" cy="876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87500" y="5143500"/>
            <a:ext cx="6769100" cy="406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87500" y="6083300"/>
            <a:ext cx="6769100" cy="40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87500" y="7023100"/>
            <a:ext cx="67691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88500" y="4914900"/>
            <a:ext cx="7416800" cy="876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588500" y="5854700"/>
            <a:ext cx="7416800" cy="876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588500" y="6794500"/>
            <a:ext cx="7416800" cy="876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18700" y="5143500"/>
            <a:ext cx="6769100" cy="406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18700" y="6083300"/>
            <a:ext cx="6769100" cy="40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918700" y="7023100"/>
            <a:ext cx="6769100" cy="406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540500" y="685800"/>
            <a:ext cx="5207000" cy="381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562600" y="8864600"/>
            <a:ext cx="71501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448800"/>
          </a:xfrm>
          <a:prstGeom prst="rect">
            <a:avLst/>
          </a:prstGeom>
          <a:effectLst>
            <a:outerShdw blurRad="472440" dist="36341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19100"/>
            <a:ext cx="17386300" cy="93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400" y="647700"/>
            <a:ext cx="7315200" cy="46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" y="76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5400" y="76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000" y="7620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094200" y="736600"/>
            <a:ext cx="2540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97100" y="7594600"/>
            <a:ext cx="13906500" cy="128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17000" y="30734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855200" y="28448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8800" y="28448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0" y="685800"/>
            <a:ext cx="4572000" cy="38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73400" y="3683000"/>
            <a:ext cx="121412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73400" y="4457700"/>
            <a:ext cx="12141200" cy="1625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11600" y="7988300"/>
            <a:ext cx="10464800" cy="44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사용자 지정</PresentationFormat>
  <Paragraphs>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김정연</cp:lastModifiedBy>
  <cp:revision>2</cp:revision>
  <dcterms:created xsi:type="dcterms:W3CDTF">2006-08-16T00:00:00Z</dcterms:created>
  <dcterms:modified xsi:type="dcterms:W3CDTF">2026-09-11T01:18:22Z</dcterms:modified>
</cp:coreProperties>
</file>